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9" r:id="rId2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FFF"/>
    <a:srgbClr val="FF0D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6F342-6630-4C99-88A3-934B0369170E}" v="2" dt="2026-02-03T14:11:48.904"/>
    <p1510:client id="{CFA949F7-2BFE-41DB-AD57-BBDC1FF8D195}" v="34" dt="2026-02-03T22:20:47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4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5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delSld modSld sldOrd">
      <pc:chgData name="Fatima Pillosu" userId="a6295d4dc9e22643" providerId="LiveId" clId="{87453732-75AC-4426-B5D3-B7C69C2D4F54}" dt="2026-02-03T22:30:25.729" v="1378" actId="47"/>
      <pc:docMkLst>
        <pc:docMk/>
      </pc:docMkLst>
      <pc:sldChg chg="addSp delSp modSp del mod">
        <pc:chgData name="Fatima Pillosu" userId="a6295d4dc9e22643" providerId="LiveId" clId="{87453732-75AC-4426-B5D3-B7C69C2D4F54}" dt="2026-02-03T22:21:32.103" v="1376" actId="47"/>
        <pc:sldMkLst>
          <pc:docMk/>
          <pc:sldMk cId="1559877530" sldId="256"/>
        </pc:sldMkLst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1" creationId="{AA3EBD54-4BE0-6553-ECEE-269D29285FFA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8" creationId="{8FA878F1-E5FB-93E0-A384-F4F19A86095E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20" creationId="{9D5E5B2B-98BF-3FFD-401D-B151F02A6692}"/>
          </ac:spMkLst>
        </pc:spChg>
        <pc:spChg chg="add 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22" creationId="{1B2CA034-F2EC-1835-114A-6474B22A84FE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25" creationId="{560B8A4B-E900-9720-5303-54827B6E7E9F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30" creationId="{AA3EBD54-4BE0-6553-ECEE-269D29285FFA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31" creationId="{8DBB8672-81E9-5524-3235-52016E620413}"/>
          </ac:spMkLst>
        </pc:spChg>
        <pc:spChg chg="add del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32" creationId="{DF944C2C-D058-9C30-8965-68254242CAB7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37" creationId="{F4AF3F8A-6829-43C9-DEE6-58ADF1685970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42" creationId="{30043C13-F81B-8A17-4739-6A807A4EB4C9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43" creationId="{7D455F15-2356-62CA-C1A6-2C74E4961928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48" creationId="{5AA2BA12-0538-B710-C7D4-28A93AA48CA2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50" creationId="{8BB97E0F-0A00-5EAA-B3E8-D235E91FF55E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51" creationId="{6397C483-3ADC-4663-3AD0-16C84D2AC935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52" creationId="{262802C3-1629-5887-A0D1-6CB335B35208}"/>
          </ac:spMkLst>
        </pc:spChg>
        <pc:spChg chg="add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53" creationId="{0643030F-8CB0-CB0D-A047-8AE232E7CFDF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55" creationId="{66538639-46EA-DEA1-291F-2FDE1903CD55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56" creationId="{8CF7156B-8EBC-E6E6-6035-0772622A8ABB}"/>
          </ac:spMkLst>
        </pc:spChg>
        <pc:spChg chg="add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57" creationId="{EFB1EFF7-1817-99ED-F980-35E466D9895D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60" creationId="{E6919208-AAA5-5C26-8BA1-2AC3AA832DDF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62" creationId="{5198D877-414E-2654-D95B-F16DB7DA8FE5}"/>
          </ac:spMkLst>
        </pc:spChg>
        <pc:spChg chg="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129" creationId="{F5EB9178-59C6-BF0F-A6A7-C4A35A5649D5}"/>
          </ac:spMkLst>
        </pc:spChg>
        <pc:spChg chg="add 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133" creationId="{8DBB8672-81E9-5524-3235-52016E620413}"/>
          </ac:spMkLst>
        </pc:spChg>
        <pc:spChg chg="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137" creationId="{2C1DBA3D-50C3-7521-61B6-C83F6E4ECD7D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138" creationId="{FF239937-6C4D-5ADD-5B80-1392C47AE1EE}"/>
          </ac:spMkLst>
        </pc:spChg>
        <pc:spChg chg="mod">
          <ac:chgData name="Fatima Pillosu" userId="a6295d4dc9e22643" providerId="LiveId" clId="{87453732-75AC-4426-B5D3-B7C69C2D4F54}" dt="2026-02-03T21:26:27.100" v="16" actId="207"/>
          <ac:spMkLst>
            <pc:docMk/>
            <pc:sldMk cId="1559877530" sldId="256"/>
            <ac:spMk id="139" creationId="{6A68A7B4-6A8F-A8A3-45FB-29260F10D848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147" creationId="{30043C13-F81B-8A17-4739-6A807A4EB4C9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149" creationId="{3AC75CF9-72CE-BBDC-0B1A-0699C58E173E}"/>
          </ac:spMkLst>
        </pc:spChg>
        <pc:spChg chg="add del mod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50" creationId="{80B57857-85F3-AB36-54AC-C8C23D50EC87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152" creationId="{617B53B0-1FE0-0A4F-BD71-7DD6CB464749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54" creationId="{5514FDCB-09A2-573A-31AB-236FE5992D4F}"/>
          </ac:spMkLst>
        </pc:spChg>
        <pc:spChg chg="add mod">
          <ac:chgData name="Fatima Pillosu" userId="a6295d4dc9e22643" providerId="LiveId" clId="{87453732-75AC-4426-B5D3-B7C69C2D4F54}" dt="2026-02-03T21:26:45.122" v="19" actId="207"/>
          <ac:spMkLst>
            <pc:docMk/>
            <pc:sldMk cId="1559877530" sldId="256"/>
            <ac:spMk id="178" creationId="{262802C3-1629-5887-A0D1-6CB335B35208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79" creationId="{D402FE2B-11F9-1801-0489-75FD22BB1548}"/>
          </ac:spMkLst>
        </pc:spChg>
        <pc:spChg chg="mod">
          <ac:chgData name="Fatima Pillosu" userId="a6295d4dc9e22643" providerId="LiveId" clId="{87453732-75AC-4426-B5D3-B7C69C2D4F54}" dt="2026-02-03T21:26:45.122" v="19" actId="207"/>
          <ac:spMkLst>
            <pc:docMk/>
            <pc:sldMk cId="1559877530" sldId="256"/>
            <ac:spMk id="187" creationId="{66538639-46EA-DEA1-291F-2FDE1903CD55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89" creationId="{8CF7156B-8EBC-E6E6-6035-0772622A8ABB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91" creationId="{F5543F6C-0C2C-D6AC-E57F-B58103D2839A}"/>
          </ac:spMkLst>
        </pc:spChg>
        <pc:spChg chg="del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93" creationId="{C2F09DEC-F677-5816-F69B-20D41705A04E}"/>
          </ac:spMkLst>
        </pc:spChg>
        <pc:spChg chg="add del mod">
          <ac:chgData name="Fatima Pillosu" userId="a6295d4dc9e22643" providerId="LiveId" clId="{87453732-75AC-4426-B5D3-B7C69C2D4F54}" dt="2026-02-03T21:26:51.548" v="20" actId="1076"/>
          <ac:spMkLst>
            <pc:docMk/>
            <pc:sldMk cId="1559877530" sldId="256"/>
            <ac:spMk id="194" creationId="{E6919208-AAA5-5C26-8BA1-2AC3AA832DDF}"/>
          </ac:spMkLst>
        </pc:spChg>
        <pc:spChg chg="del">
          <ac:chgData name="Fatima Pillosu" userId="a6295d4dc9e22643" providerId="LiveId" clId="{87453732-75AC-4426-B5D3-B7C69C2D4F54}" dt="2026-02-03T21:46:22.333" v="467" actId="478"/>
          <ac:spMkLst>
            <pc:docMk/>
            <pc:sldMk cId="1559877530" sldId="256"/>
            <ac:spMk id="195" creationId="{5198D877-414E-2654-D95B-F16DB7DA8FE5}"/>
          </ac:spMkLst>
        </pc:spChg>
        <pc:spChg chg="add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204" creationId="{FF239937-6C4D-5ADD-5B80-1392C47AE1EE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5" creationId="{B927261F-31E0-5343-76B7-DE58A22FD468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6" creationId="{39CCCF4A-F565-930C-0E03-E42056C735D6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8" creationId="{448E38A7-2B09-8542-1F5B-E84653CD9E75}"/>
          </ac:spMkLst>
        </pc:spChg>
        <pc:spChg chg="del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9" creationId="{80B57857-85F3-AB36-54AC-C8C23D50EC87}"/>
          </ac:spMkLst>
        </pc:spChg>
        <pc:spChg chg="add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10" creationId="{617B53B0-1FE0-0A4F-BD71-7DD6CB464749}"/>
          </ac:spMkLst>
        </pc:spChg>
        <pc:spChg chg="add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12" creationId="{38D540F9-0956-2883-8C77-E4909D11A7F1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213" creationId="{DB381217-AB67-D6E5-E0C6-4178E943B103}"/>
          </ac:spMkLst>
        </pc:spChg>
        <pc:grpChg chg="del mod">
          <ac:chgData name="Fatima Pillosu" userId="a6295d4dc9e22643" providerId="LiveId" clId="{87453732-75AC-4426-B5D3-B7C69C2D4F54}" dt="2026-02-03T21:28:03.661" v="25" actId="478"/>
          <ac:grpSpMkLst>
            <pc:docMk/>
            <pc:sldMk cId="1559877530" sldId="256"/>
            <ac:grpSpMk id="242" creationId="{2B75293D-14C2-C486-FD81-1D839A286CF0}"/>
          </ac:grpSpMkLst>
        </pc:grpChg>
        <pc:picChg chg="add del">
          <ac:chgData name="Fatima Pillosu" userId="a6295d4dc9e22643" providerId="LiveId" clId="{87453732-75AC-4426-B5D3-B7C69C2D4F54}" dt="2026-02-03T21:25:54.536" v="9" actId="478"/>
          <ac:picMkLst>
            <pc:docMk/>
            <pc:sldMk cId="1559877530" sldId="256"/>
            <ac:picMk id="238" creationId="{4CD2045B-1B95-8E9F-A9E4-D2026D101F37}"/>
          </ac:picMkLst>
        </pc:picChg>
        <pc:picChg chg="add del">
          <ac:chgData name="Fatima Pillosu" userId="a6295d4dc9e22643" providerId="LiveId" clId="{87453732-75AC-4426-B5D3-B7C69C2D4F54}" dt="2026-02-03T21:25:59.386" v="12" actId="478"/>
          <ac:picMkLst>
            <pc:docMk/>
            <pc:sldMk cId="1559877530" sldId="256"/>
            <ac:picMk id="239" creationId="{BAFA8894-63BE-5D04-65F9-7A31CCAFFBAE}"/>
          </ac:picMkLst>
        </pc:picChg>
        <pc:picChg chg="del">
          <ac:chgData name="Fatima Pillosu" userId="a6295d4dc9e22643" providerId="LiveId" clId="{87453732-75AC-4426-B5D3-B7C69C2D4F54}" dt="2026-02-03T21:25:55.114" v="10" actId="478"/>
          <ac:picMkLst>
            <pc:docMk/>
            <pc:sldMk cId="1559877530" sldId="256"/>
            <ac:picMk id="240" creationId="{1819A6E8-BDE2-42B4-D7A3-F27E43F19FE5}"/>
          </ac:picMkLst>
        </pc:picChg>
        <pc:picChg chg="del">
          <ac:chgData name="Fatima Pillosu" userId="a6295d4dc9e22643" providerId="LiveId" clId="{87453732-75AC-4426-B5D3-B7C69C2D4F54}" dt="2026-02-03T21:25:55.885" v="11" actId="478"/>
          <ac:picMkLst>
            <pc:docMk/>
            <pc:sldMk cId="1559877530" sldId="256"/>
            <ac:picMk id="241" creationId="{933FF925-33C0-5DCC-C373-425C9D6C504E}"/>
          </ac:picMkLst>
        </pc:picChg>
        <pc:picChg chg="add del mod">
          <ac:chgData name="Fatima Pillosu" userId="a6295d4dc9e22643" providerId="LiveId" clId="{87453732-75AC-4426-B5D3-B7C69C2D4F54}" dt="2026-02-03T21:29:21.922" v="31" actId="478"/>
          <ac:picMkLst>
            <pc:docMk/>
            <pc:sldMk cId="1559877530" sldId="256"/>
            <ac:picMk id="243" creationId="{9203CC87-F9DA-F669-7BBC-9613BB664127}"/>
          </ac:picMkLst>
        </pc:picChg>
      </pc:sldChg>
      <pc:sldChg chg="addSp delSp modSp add del mod ord">
        <pc:chgData name="Fatima Pillosu" userId="a6295d4dc9e22643" providerId="LiveId" clId="{87453732-75AC-4426-B5D3-B7C69C2D4F54}" dt="2026-02-03T22:30:22.864" v="1377" actId="47"/>
        <pc:sldMkLst>
          <pc:docMk/>
          <pc:sldMk cId="2218816855" sldId="257"/>
        </pc:sldMkLst>
        <pc:spChg chg="add del">
          <ac:chgData name="Fatima Pillosu" userId="a6295d4dc9e22643" providerId="LiveId" clId="{87453732-75AC-4426-B5D3-B7C69C2D4F54}" dt="2026-02-03T21:47:11.140" v="476" actId="22"/>
          <ac:spMkLst>
            <pc:docMk/>
            <pc:sldMk cId="2218816855" sldId="257"/>
            <ac:spMk id="9" creationId="{BD83D84A-DB30-2AD5-2491-8F81D602167F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1" creationId="{308A3E70-76F5-A460-9FB4-C48482714333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2" creationId="{215AB033-6E54-E8FE-9B4E-FA4589D9228A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4" creationId="{85EB473C-267C-15EC-23DF-F518955D6C9B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6" creationId="{B8140BAB-1EA1-558D-7CE5-45794F4EF1A8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7" creationId="{2648408F-1635-F466-2163-49AA75F8B63C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18" creationId="{D1EEF875-9895-8F58-F578-6E56264BBB7E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19" creationId="{AC91FF2C-653B-F74F-E01A-5F6EDBED833C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20" creationId="{17F20188-AA9E-86F2-CFFD-BF5989B711F2}"/>
          </ac:spMkLst>
        </pc:spChg>
        <pc:spChg chg="del mod">
          <ac:chgData name="Fatima Pillosu" userId="a6295d4dc9e22643" providerId="LiveId" clId="{87453732-75AC-4426-B5D3-B7C69C2D4F54}" dt="2026-02-03T21:37:32.558" v="435" actId="478"/>
          <ac:spMkLst>
            <pc:docMk/>
            <pc:sldMk cId="2218816855" sldId="257"/>
            <ac:spMk id="22" creationId="{59BE9C22-6F21-BC42-6D9A-58619E83C6BB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23" creationId="{C60E5AEB-B60C-CAED-3150-D711722F9BB1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24" creationId="{D6C9FC1B-F64C-F911-7A54-FA33DA781AA2}"/>
          </ac:spMkLst>
        </pc:spChg>
        <pc:spChg chg="add mod">
          <ac:chgData name="Fatima Pillosu" userId="a6295d4dc9e22643" providerId="LiveId" clId="{87453732-75AC-4426-B5D3-B7C69C2D4F54}" dt="2026-02-03T22:00:59.875" v="1186" actId="20577"/>
          <ac:spMkLst>
            <pc:docMk/>
            <pc:sldMk cId="2218816855" sldId="257"/>
            <ac:spMk id="25" creationId="{32A3C2E5-C6B2-90D9-45B2-378D77EC6DD4}"/>
          </ac:spMkLst>
        </pc:spChg>
        <pc:spChg chg="add mod">
          <ac:chgData name="Fatima Pillosu" userId="a6295d4dc9e22643" providerId="LiveId" clId="{87453732-75AC-4426-B5D3-B7C69C2D4F54}" dt="2026-02-03T21:55:23.213" v="997" actId="1035"/>
          <ac:spMkLst>
            <pc:docMk/>
            <pc:sldMk cId="2218816855" sldId="257"/>
            <ac:spMk id="26" creationId="{F55F1E4C-2C13-86AC-9BE6-0A894381476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27" creationId="{EDA7C259-1C85-D16B-61F1-8B6D3DDC5E5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30" creationId="{5223AFAF-62B6-7D4A-A146-CE021C37C660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32" creationId="{85BFECE1-D0B4-9C76-084D-7ED1FFF492D7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33" creationId="{8383B834-6DCC-83B1-4B20-7F7C80CE3EDE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41" creationId="{CAAB451E-A81D-57EA-E880-D5CB7605DB97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45" creationId="{F0E81D7E-DE25-0699-6F6A-1395E862B277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49" creationId="{0C24B4E0-AE1F-9B51-BA1F-19BA4586825C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53" creationId="{B18244C6-9DFA-375B-3FB7-3868165B72CA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57" creationId="{3449C6D1-E7E6-9A3B-6634-3E156A2BD224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61" creationId="{882AE356-8AD6-6609-5A4C-2430E217B456}"/>
          </ac:spMkLst>
        </pc:spChg>
        <pc:spChg chg="del mod">
          <ac:chgData name="Fatima Pillosu" userId="a6295d4dc9e22643" providerId="LiveId" clId="{87453732-75AC-4426-B5D3-B7C69C2D4F54}" dt="2026-02-03T21:37:37.198" v="438" actId="478"/>
          <ac:spMkLst>
            <pc:docMk/>
            <pc:sldMk cId="2218816855" sldId="257"/>
            <ac:spMk id="129" creationId="{A78B0DE2-89EB-492A-CEBA-35E1285A6953}"/>
          </ac:spMkLst>
        </pc:spChg>
        <pc:spChg chg="del mod">
          <ac:chgData name="Fatima Pillosu" userId="a6295d4dc9e22643" providerId="LiveId" clId="{87453732-75AC-4426-B5D3-B7C69C2D4F54}" dt="2026-02-03T21:37:34.612" v="436" actId="478"/>
          <ac:spMkLst>
            <pc:docMk/>
            <pc:sldMk cId="2218816855" sldId="257"/>
            <ac:spMk id="133" creationId="{3931503C-D3DF-B166-E3CF-DF466B3DE7D1}"/>
          </ac:spMkLst>
        </pc:spChg>
        <pc:spChg chg="del mod">
          <ac:chgData name="Fatima Pillosu" userId="a6295d4dc9e22643" providerId="LiveId" clId="{87453732-75AC-4426-B5D3-B7C69C2D4F54}" dt="2026-02-03T21:37:31.428" v="434" actId="478"/>
          <ac:spMkLst>
            <pc:docMk/>
            <pc:sldMk cId="2218816855" sldId="257"/>
            <ac:spMk id="137" creationId="{3F8D1E0B-48F9-C97E-B864-6288CA57B654}"/>
          </ac:spMkLst>
        </pc:spChg>
        <pc:spChg chg="mod">
          <ac:chgData name="Fatima Pillosu" userId="a6295d4dc9e22643" providerId="LiveId" clId="{87453732-75AC-4426-B5D3-B7C69C2D4F54}" dt="2026-02-03T22:17:28.434" v="1319" actId="20577"/>
          <ac:spMkLst>
            <pc:docMk/>
            <pc:sldMk cId="2218816855" sldId="257"/>
            <ac:spMk id="139" creationId="{EDE55D8B-53E3-1822-08A7-076FB4DE2156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41" creationId="{6B53498A-CE6D-B303-A8D5-5A811F70972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5" creationId="{DFB9EA3B-791F-CE87-9CD7-604BAEBA1BF0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7" creationId="{2E400C64-0041-4570-6AF7-CD1B1ECE8AFC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8" creationId="{F9DED53A-658E-CBFE-D827-B363AFEF839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9" creationId="{32A1EA72-780E-B706-1247-24097DC4EE67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1" creationId="{9E0355F3-28AD-3B5B-BCEC-15E7867E1919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3" creationId="{66F01BAB-15A9-65D7-8FC7-C081BCE45E03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5" creationId="{3709EB82-6FD8-7D0F-2955-AD8B336B948B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8" creationId="{9E5250A0-B419-A9A3-0ACE-D2DD527E31A8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69" creationId="{D06812B0-5CE1-C455-8528-E3E5F8633136}"/>
          </ac:spMkLst>
        </pc:spChg>
        <pc:spChg chg="mod topLvl">
          <ac:chgData name="Fatima Pillosu" userId="a6295d4dc9e22643" providerId="LiveId" clId="{87453732-75AC-4426-B5D3-B7C69C2D4F54}" dt="2026-02-03T21:54:31.508" v="957" actId="164"/>
          <ac:spMkLst>
            <pc:docMk/>
            <pc:sldMk cId="2218816855" sldId="257"/>
            <ac:spMk id="178" creationId="{5178F739-890C-7A79-5134-976512F0C0EF}"/>
          </ac:spMkLst>
        </pc:spChg>
        <pc:spChg chg="del mod">
          <ac:chgData name="Fatima Pillosu" userId="a6295d4dc9e22643" providerId="LiveId" clId="{87453732-75AC-4426-B5D3-B7C69C2D4F54}" dt="2026-02-03T21:30:37.304" v="52"/>
          <ac:spMkLst>
            <pc:docMk/>
            <pc:sldMk cId="2218816855" sldId="257"/>
            <ac:spMk id="179" creationId="{63643D01-CC0A-55BB-33CC-31688D203596}"/>
          </ac:spMkLst>
        </pc:spChg>
        <pc:spChg chg="del mod">
          <ac:chgData name="Fatima Pillosu" userId="a6295d4dc9e22643" providerId="LiveId" clId="{87453732-75AC-4426-B5D3-B7C69C2D4F54}" dt="2026-02-03T21:30:37.306" v="54"/>
          <ac:spMkLst>
            <pc:docMk/>
            <pc:sldMk cId="2218816855" sldId="257"/>
            <ac:spMk id="187" creationId="{AA5932E8-6E98-636F-A0D2-58442D93C1C0}"/>
          </ac:spMkLst>
        </pc:spChg>
        <pc:spChg chg="del mod topLvl">
          <ac:chgData name="Fatima Pillosu" userId="a6295d4dc9e22643" providerId="LiveId" clId="{87453732-75AC-4426-B5D3-B7C69C2D4F54}" dt="2026-02-03T21:30:37.306" v="58"/>
          <ac:spMkLst>
            <pc:docMk/>
            <pc:sldMk cId="2218816855" sldId="257"/>
            <ac:spMk id="189" creationId="{C4955E70-C9C9-C7A7-2DE9-5D8F93E2BD1C}"/>
          </ac:spMkLst>
        </pc:spChg>
        <pc:spChg chg="del mod topLvl">
          <ac:chgData name="Fatima Pillosu" userId="a6295d4dc9e22643" providerId="LiveId" clId="{87453732-75AC-4426-B5D3-B7C69C2D4F54}" dt="2026-02-03T21:30:37.306" v="56"/>
          <ac:spMkLst>
            <pc:docMk/>
            <pc:sldMk cId="2218816855" sldId="257"/>
            <ac:spMk id="191" creationId="{25620D9F-E017-8FD3-66B0-A4204DFC18AD}"/>
          </ac:spMkLst>
        </pc:spChg>
        <pc:spChg chg="del mod topLvl">
          <ac:chgData name="Fatima Pillosu" userId="a6295d4dc9e22643" providerId="LiveId" clId="{87453732-75AC-4426-B5D3-B7C69C2D4F54}" dt="2026-02-03T21:30:37.308" v="60"/>
          <ac:spMkLst>
            <pc:docMk/>
            <pc:sldMk cId="2218816855" sldId="257"/>
            <ac:spMk id="193" creationId="{42CBB915-5EBB-E82D-9C5B-ED4460CD5775}"/>
          </ac:spMkLst>
        </pc:spChg>
        <pc:spChg chg="del mod">
          <ac:chgData name="Fatima Pillosu" userId="a6295d4dc9e22643" providerId="LiveId" clId="{87453732-75AC-4426-B5D3-B7C69C2D4F54}" dt="2026-02-03T21:31:06.170" v="70"/>
          <ac:spMkLst>
            <pc:docMk/>
            <pc:sldMk cId="2218816855" sldId="257"/>
            <ac:spMk id="194" creationId="{EDE12F4D-8488-B16B-1E36-E065F5E9A988}"/>
          </ac:spMkLst>
        </pc:spChg>
        <pc:spChg chg="del">
          <ac:chgData name="Fatima Pillosu" userId="a6295d4dc9e22643" providerId="LiveId" clId="{87453732-75AC-4426-B5D3-B7C69C2D4F54}" dt="2026-02-03T21:37:06.218" v="428" actId="478"/>
          <ac:spMkLst>
            <pc:docMk/>
            <pc:sldMk cId="2218816855" sldId="257"/>
            <ac:spMk id="195" creationId="{905FDEB3-CB50-EE6C-23CB-C28ECECDCC8A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6" creationId="{7CC1A3FA-0C4D-565E-6E06-A7B7B6B3F72D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7" creationId="{BD520B40-6521-7067-06E6-DBF62B29380D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8" creationId="{425B0BD8-56D6-6BEF-F39D-51F09284C9F8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9" creationId="{B29B6A8F-84C1-93E5-25DA-FD9E21561492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200" creationId="{7C1BD1C6-2C2C-5E2E-B681-1FD01FB1AFF0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201" creationId="{7A7E2A95-510C-C0AA-20A4-4BB5662FBF0D}"/>
          </ac:spMkLst>
        </pc:spChg>
        <pc:spChg chg="mod">
          <ac:chgData name="Fatima Pillosu" userId="a6295d4dc9e22643" providerId="LiveId" clId="{87453732-75AC-4426-B5D3-B7C69C2D4F54}" dt="2026-02-03T21:34:43.939" v="404" actId="164"/>
          <ac:spMkLst>
            <pc:docMk/>
            <pc:sldMk cId="2218816855" sldId="257"/>
            <ac:spMk id="204" creationId="{2623CB87-496A-FEC4-BCD8-671D1070EBC5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5" creationId="{1605125D-3F00-5878-8026-3F015223F516}"/>
          </ac:spMkLst>
        </pc:spChg>
        <pc:spChg chg="mod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6" creationId="{7DD7CB73-6A20-E65D-3898-159ABE60DBEF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7" creationId="{FE28CEC3-9023-FFC8-D47D-76313CBCB735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8" creationId="{7A95074F-807E-4057-D884-F6707F7B06BA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9" creationId="{B11FFC0A-BC14-54A4-21DF-4AB8049BB081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0" creationId="{F5CC3149-B33C-4DE6-72DC-1A3E0F0D920A}"/>
          </ac:spMkLst>
        </pc:spChg>
        <pc:spChg chg="mod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1" creationId="{67FC63AF-2E2B-B41A-0A44-91B3E1D7B0B2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2" creationId="{84A7D0D9-06DA-435B-2F56-F43792F70D90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3" creationId="{863A9695-17C7-B033-9CCF-B4EA801C06E4}"/>
          </ac:spMkLst>
        </pc:spChg>
        <pc:grpChg chg="mod">
          <ac:chgData name="Fatima Pillosu" userId="a6295d4dc9e22643" providerId="LiveId" clId="{87453732-75AC-4426-B5D3-B7C69C2D4F54}" dt="2026-02-03T21:54:31.508" v="957" actId="164"/>
          <ac:grpSpMkLst>
            <pc:docMk/>
            <pc:sldMk cId="2218816855" sldId="257"/>
            <ac:grpSpMk id="2" creationId="{62ECEC2F-CCF3-39B7-EE2D-290F0B1ED466}"/>
          </ac:grpSpMkLst>
        </pc:grpChg>
        <pc:grpChg chg="add mod">
          <ac:chgData name="Fatima Pillosu" userId="a6295d4dc9e22643" providerId="LiveId" clId="{87453732-75AC-4426-B5D3-B7C69C2D4F54}" dt="2026-02-03T21:35:42.976" v="425" actId="12788"/>
          <ac:grpSpMkLst>
            <pc:docMk/>
            <pc:sldMk cId="2218816855" sldId="257"/>
            <ac:grpSpMk id="4" creationId="{140CF026-A373-E655-10AC-2646F164B4CC}"/>
          </ac:grpSpMkLst>
        </pc:grpChg>
        <pc:grpChg chg="add mod">
          <ac:chgData name="Fatima Pillosu" userId="a6295d4dc9e22643" providerId="LiveId" clId="{87453732-75AC-4426-B5D3-B7C69C2D4F54}" dt="2026-02-03T21:55:11.266" v="980" actId="1036"/>
          <ac:grpSpMkLst>
            <pc:docMk/>
            <pc:sldMk cId="2218816855" sldId="257"/>
            <ac:grpSpMk id="5" creationId="{37C00166-9583-C38F-69EE-1C603FE82112}"/>
          </ac:grpSpMkLst>
        </pc:grpChg>
        <pc:grpChg chg="add mod">
          <ac:chgData name="Fatima Pillosu" userId="a6295d4dc9e22643" providerId="LiveId" clId="{87453732-75AC-4426-B5D3-B7C69C2D4F54}" dt="2026-02-03T21:55:19.904" v="993" actId="1036"/>
          <ac:grpSpMkLst>
            <pc:docMk/>
            <pc:sldMk cId="2218816855" sldId="257"/>
            <ac:grpSpMk id="31" creationId="{B4613E85-52ED-E614-79A7-0E67F45A2EE3}"/>
          </ac:grpSpMkLst>
        </pc:grpChg>
        <pc:picChg chg="del mod">
          <ac:chgData name="Fatima Pillosu" userId="a6295d4dc9e22643" providerId="LiveId" clId="{87453732-75AC-4426-B5D3-B7C69C2D4F54}" dt="2026-02-03T21:46:38.764" v="468" actId="478"/>
          <ac:picMkLst>
            <pc:docMk/>
            <pc:sldMk cId="2218816855" sldId="257"/>
            <ac:picMk id="3" creationId="{C6346ECF-CF2F-0FCC-AF6B-31446FAAD957}"/>
          </ac:picMkLst>
        </pc:picChg>
        <pc:picChg chg="add del mod modCrop">
          <ac:chgData name="Fatima Pillosu" userId="a6295d4dc9e22643" providerId="LiveId" clId="{87453732-75AC-4426-B5D3-B7C69C2D4F54}" dt="2026-02-03T21:46:59.658" v="473" actId="478"/>
          <ac:picMkLst>
            <pc:docMk/>
            <pc:sldMk cId="2218816855" sldId="257"/>
            <ac:picMk id="6" creationId="{07DF4242-B7D1-3B86-84E7-3192D7E87FC3}"/>
          </ac:picMkLst>
        </pc:picChg>
        <pc:picChg chg="add mod">
          <ac:chgData name="Fatima Pillosu" userId="a6295d4dc9e22643" providerId="LiveId" clId="{87453732-75AC-4426-B5D3-B7C69C2D4F54}" dt="2026-02-03T21:51:19.159" v="780" actId="1038"/>
          <ac:picMkLst>
            <pc:docMk/>
            <pc:sldMk cId="2218816855" sldId="257"/>
            <ac:picMk id="7" creationId="{B98B29AB-5CAE-F425-4497-EE69D5A4DD38}"/>
          </ac:picMkLst>
        </pc:picChg>
        <pc:picChg chg="add del mod">
          <ac:chgData name="Fatima Pillosu" userId="a6295d4dc9e22643" providerId="LiveId" clId="{87453732-75AC-4426-B5D3-B7C69C2D4F54}" dt="2026-02-03T22:03:40.798" v="1221" actId="478"/>
          <ac:picMkLst>
            <pc:docMk/>
            <pc:sldMk cId="2218816855" sldId="257"/>
            <ac:picMk id="10" creationId="{1837775D-2112-CF48-8C00-F8FF704E5A2F}"/>
          </ac:picMkLst>
        </pc:picChg>
        <pc:picChg chg="del mod">
          <ac:chgData name="Fatima Pillosu" userId="a6295d4dc9e22643" providerId="LiveId" clId="{87453732-75AC-4426-B5D3-B7C69C2D4F54}" dt="2026-02-03T21:39:20.493" v="455" actId="478"/>
          <ac:picMkLst>
            <pc:docMk/>
            <pc:sldMk cId="2218816855" sldId="257"/>
            <ac:picMk id="13" creationId="{75755A78-EC3B-1A85-FDAD-C1BA354A1B76}"/>
          </ac:picMkLst>
        </pc:picChg>
        <pc:picChg chg="del mod">
          <ac:chgData name="Fatima Pillosu" userId="a6295d4dc9e22643" providerId="LiveId" clId="{87453732-75AC-4426-B5D3-B7C69C2D4F54}" dt="2026-02-03T21:39:21.367" v="456" actId="478"/>
          <ac:picMkLst>
            <pc:docMk/>
            <pc:sldMk cId="2218816855" sldId="257"/>
            <ac:picMk id="15" creationId="{DFCB8D82-1F5F-1C26-7C72-5342C828F7DE}"/>
          </ac:picMkLst>
        </pc:picChg>
        <pc:picChg chg="del mod">
          <ac:chgData name="Fatima Pillosu" userId="a6295d4dc9e22643" providerId="LiveId" clId="{87453732-75AC-4426-B5D3-B7C69C2D4F54}" dt="2026-02-03T21:39:21.796" v="457" actId="478"/>
          <ac:picMkLst>
            <pc:docMk/>
            <pc:sldMk cId="2218816855" sldId="257"/>
            <ac:picMk id="21" creationId="{B7A819B0-13FE-7188-3862-31FC802AB7D6}"/>
          </ac:picMkLst>
        </pc:picChg>
        <pc:picChg chg="add del mod">
          <ac:chgData name="Fatima Pillosu" userId="a6295d4dc9e22643" providerId="LiveId" clId="{87453732-75AC-4426-B5D3-B7C69C2D4F54}" dt="2026-02-03T22:02:47.867" v="1211" actId="478"/>
          <ac:picMkLst>
            <pc:docMk/>
            <pc:sldMk cId="2218816855" sldId="257"/>
            <ac:picMk id="35" creationId="{4AFD032E-160A-1F7F-856E-BE9F805F6FD0}"/>
          </ac:picMkLst>
        </pc:picChg>
        <pc:picChg chg="add del mod">
          <ac:chgData name="Fatima Pillosu" userId="a6295d4dc9e22643" providerId="LiveId" clId="{87453732-75AC-4426-B5D3-B7C69C2D4F54}" dt="2026-02-03T22:03:16.846" v="1215" actId="478"/>
          <ac:picMkLst>
            <pc:docMk/>
            <pc:sldMk cId="2218816855" sldId="257"/>
            <ac:picMk id="36" creationId="{E5E5735D-D4EF-11EA-D948-D4956C49307C}"/>
          </ac:picMkLst>
        </pc:picChg>
        <pc:picChg chg="add del mod ord">
          <ac:chgData name="Fatima Pillosu" userId="a6295d4dc9e22643" providerId="LiveId" clId="{87453732-75AC-4426-B5D3-B7C69C2D4F54}" dt="2026-02-03T22:15:10.921" v="1250" actId="478"/>
          <ac:picMkLst>
            <pc:docMk/>
            <pc:sldMk cId="2218816855" sldId="257"/>
            <ac:picMk id="38" creationId="{3C3E9FD0-B1EF-48D6-2873-CBF3C796E322}"/>
          </ac:picMkLst>
        </pc:picChg>
        <pc:picChg chg="add mod ord">
          <ac:chgData name="Fatima Pillosu" userId="a6295d4dc9e22643" providerId="LiveId" clId="{87453732-75AC-4426-B5D3-B7C69C2D4F54}" dt="2026-02-03T22:15:17.055" v="1251" actId="166"/>
          <ac:picMkLst>
            <pc:docMk/>
            <pc:sldMk cId="2218816855" sldId="257"/>
            <ac:picMk id="39" creationId="{3987FFB9-0C0B-3B87-6170-9311493A8AF1}"/>
          </ac:picMkLst>
        </pc:picChg>
        <pc:picChg chg="mod">
          <ac:chgData name="Fatima Pillosu" userId="a6295d4dc9e22643" providerId="LiveId" clId="{87453732-75AC-4426-B5D3-B7C69C2D4F54}" dt="2026-02-03T21:38:07.365" v="441" actId="164"/>
          <ac:picMkLst>
            <pc:docMk/>
            <pc:sldMk cId="2218816855" sldId="257"/>
            <ac:picMk id="202" creationId="{28414104-918F-261D-7ED6-E36D8574791F}"/>
          </ac:picMkLst>
        </pc:picChg>
        <pc:picChg chg="mod">
          <ac:chgData name="Fatima Pillosu" userId="a6295d4dc9e22643" providerId="LiveId" clId="{87453732-75AC-4426-B5D3-B7C69C2D4F54}" dt="2026-02-03T21:31:31.522" v="77" actId="14100"/>
          <ac:picMkLst>
            <pc:docMk/>
            <pc:sldMk cId="2218816855" sldId="257"/>
            <ac:picMk id="203" creationId="{ED551551-B455-F027-D446-B143EC5AE3B0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4" creationId="{E8C12DB0-64D8-B015-07F3-5D26752D9E49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5" creationId="{0DE563AE-41CF-41E0-4795-CDCAD30C16AD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6" creationId="{4944F21A-C6E7-3C15-0D18-6229ADB058F0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7" creationId="{19008543-3B87-7D21-45C2-E2D36BBB0D0E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8" creationId="{4F19FFFC-DAE1-7726-FF5C-BCB20D0970A6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9" creationId="{27739862-CE63-F5F7-0CF5-B33D19D105A1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0" creationId="{FC179E9D-10E6-1DA7-00CE-E4364DCC16AB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1" creationId="{471520D5-C00B-624D-AF5A-A7308270DD9E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2" creationId="{BFDA047B-2145-16B0-430A-42137D88FBB1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3" creationId="{67649283-7216-DB62-1209-65D149692DE0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4" creationId="{3C042D55-1693-B6C1-F9B7-AE31FE3ADA88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5" creationId="{F333E119-A012-ABAE-04C5-37DD42C2D34C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6" creationId="{6D784AD1-D841-1F46-5ED0-96AF0B05170A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7" creationId="{D6F9C0FB-0D5D-7521-6288-E8F832371298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8" creationId="{C962BC04-1FEF-A078-0EFD-EB90BCD75B26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9" creationId="{5161AB38-92A8-494B-A337-F0A75D847C0E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30" creationId="{0DDED44C-295A-F3C8-306A-0CD9A743E184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31" creationId="{1CD7A0A4-6705-DD82-E63D-FA3AC385B12B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2" creationId="{98DB7F3E-BEFC-2EBE-987D-088AC04390F8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3" creationId="{C2852909-55E9-D63A-FDB1-308D13B17017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4" creationId="{520EA3C2-C510-E465-CA00-3D4EEA4BAB7E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5" creationId="{D012BD6C-DF03-652C-0E00-7290054B08A4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6" creationId="{6D793659-7441-416E-4012-165A0457200D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7" creationId="{34EC6B45-C490-3347-7F83-FBCD6AC79742}"/>
          </ac:picMkLst>
        </pc:picChg>
      </pc:sldChg>
      <pc:sldChg chg="add del">
        <pc:chgData name="Fatima Pillosu" userId="a6295d4dc9e22643" providerId="LiveId" clId="{87453732-75AC-4426-B5D3-B7C69C2D4F54}" dt="2026-02-03T21:27:24.841" v="23" actId="47"/>
        <pc:sldMkLst>
          <pc:docMk/>
          <pc:sldMk cId="3275577984" sldId="257"/>
        </pc:sldMkLst>
      </pc:sldChg>
      <pc:sldChg chg="addSp delSp modSp add del mod">
        <pc:chgData name="Fatima Pillosu" userId="a6295d4dc9e22643" providerId="LiveId" clId="{87453732-75AC-4426-B5D3-B7C69C2D4F54}" dt="2026-02-03T22:30:22.864" v="1377" actId="47"/>
        <pc:sldMkLst>
          <pc:docMk/>
          <pc:sldMk cId="2430694615" sldId="258"/>
        </pc:sldMkLst>
        <pc:spChg chg="add del">
          <ac:chgData name="Fatima Pillosu" userId="a6295d4dc9e22643" providerId="LiveId" clId="{87453732-75AC-4426-B5D3-B7C69C2D4F54}" dt="2026-02-03T22:14:01.730" v="1237" actId="22"/>
          <ac:spMkLst>
            <pc:docMk/>
            <pc:sldMk cId="2430694615" sldId="258"/>
            <ac:spMk id="6" creationId="{C4895162-AA8F-DBD1-FE28-3D6A8DF0E302}"/>
          </ac:spMkLst>
        </pc:spChg>
        <pc:spChg chg="mod">
          <ac:chgData name="Fatima Pillosu" userId="a6295d4dc9e22643" providerId="LiveId" clId="{87453732-75AC-4426-B5D3-B7C69C2D4F54}" dt="2026-02-03T22:17:22.334" v="1311" actId="20577"/>
          <ac:spMkLst>
            <pc:docMk/>
            <pc:sldMk cId="2430694615" sldId="258"/>
            <ac:spMk id="139" creationId="{598950A2-0AFC-A5B2-60EC-9656696513B7}"/>
          </ac:spMkLst>
        </pc:spChg>
        <pc:picChg chg="add mod ord">
          <ac:chgData name="Fatima Pillosu" userId="a6295d4dc9e22643" providerId="LiveId" clId="{87453732-75AC-4426-B5D3-B7C69C2D4F54}" dt="2026-02-03T22:13:05.051" v="1229" actId="167"/>
          <ac:picMkLst>
            <pc:docMk/>
            <pc:sldMk cId="2430694615" sldId="258"/>
            <ac:picMk id="3" creationId="{17ED43EF-8965-444B-DA11-14D363E0E125}"/>
          </ac:picMkLst>
        </pc:picChg>
        <pc:picChg chg="del mod">
          <ac:chgData name="Fatima Pillosu" userId="a6295d4dc9e22643" providerId="LiveId" clId="{87453732-75AC-4426-B5D3-B7C69C2D4F54}" dt="2026-02-03T22:13:07.386" v="1230" actId="478"/>
          <ac:picMkLst>
            <pc:docMk/>
            <pc:sldMk cId="2430694615" sldId="258"/>
            <ac:picMk id="7" creationId="{775F092C-8C9D-219E-20CB-75918E2B31FD}"/>
          </ac:picMkLst>
        </pc:picChg>
        <pc:picChg chg="add mod ord">
          <ac:chgData name="Fatima Pillosu" userId="a6295d4dc9e22643" providerId="LiveId" clId="{87453732-75AC-4426-B5D3-B7C69C2D4F54}" dt="2026-02-03T22:14:28.332" v="1244" actId="166"/>
          <ac:picMkLst>
            <pc:docMk/>
            <pc:sldMk cId="2430694615" sldId="258"/>
            <ac:picMk id="8" creationId="{1E389096-59F4-01EE-75E2-FD097E3708BD}"/>
          </ac:picMkLst>
        </pc:picChg>
        <pc:picChg chg="del mod">
          <ac:chgData name="Fatima Pillosu" userId="a6295d4dc9e22643" providerId="LiveId" clId="{87453732-75AC-4426-B5D3-B7C69C2D4F54}" dt="2026-02-03T22:14:23.193" v="1243" actId="478"/>
          <ac:picMkLst>
            <pc:docMk/>
            <pc:sldMk cId="2430694615" sldId="258"/>
            <ac:picMk id="38" creationId="{EC7FA316-896B-840F-E92B-A26C0C12F6DE}"/>
          </ac:picMkLst>
        </pc:picChg>
      </pc:sldChg>
      <pc:sldChg chg="addSp delSp modSp add mod">
        <pc:chgData name="Fatima Pillosu" userId="a6295d4dc9e22643" providerId="LiveId" clId="{87453732-75AC-4426-B5D3-B7C69C2D4F54}" dt="2026-02-03T22:18:32.530" v="1326" actId="166"/>
        <pc:sldMkLst>
          <pc:docMk/>
          <pc:sldMk cId="3081413607" sldId="259"/>
        </pc:sldMkLst>
        <pc:spChg chg="mod">
          <ac:chgData name="Fatima Pillosu" userId="a6295d4dc9e22643" providerId="LiveId" clId="{87453732-75AC-4426-B5D3-B7C69C2D4F54}" dt="2026-02-03T22:17:15.426" v="1303" actId="20577"/>
          <ac:spMkLst>
            <pc:docMk/>
            <pc:sldMk cId="3081413607" sldId="259"/>
            <ac:spMk id="139" creationId="{61DB31CB-6F29-BDDB-00CC-3A55EEB9D7DF}"/>
          </ac:spMkLst>
        </pc:spChg>
        <pc:picChg chg="add del mod">
          <ac:chgData name="Fatima Pillosu" userId="a6295d4dc9e22643" providerId="LiveId" clId="{87453732-75AC-4426-B5D3-B7C69C2D4F54}" dt="2026-02-03T22:16:40.571" v="1260" actId="478"/>
          <ac:picMkLst>
            <pc:docMk/>
            <pc:sldMk cId="3081413607" sldId="259"/>
            <ac:picMk id="3" creationId="{7AF77220-2F69-DA8B-61B3-B7169736E138}"/>
          </ac:picMkLst>
        </pc:picChg>
        <pc:picChg chg="add mod ord">
          <ac:chgData name="Fatima Pillosu" userId="a6295d4dc9e22643" providerId="LiveId" clId="{87453732-75AC-4426-B5D3-B7C69C2D4F54}" dt="2026-02-03T22:16:38.645" v="1259" actId="167"/>
          <ac:picMkLst>
            <pc:docMk/>
            <pc:sldMk cId="3081413607" sldId="259"/>
            <ac:picMk id="4" creationId="{B6534C42-605F-567D-44D6-DF7BE4EE44B7}"/>
          </ac:picMkLst>
        </pc:picChg>
        <pc:picChg chg="add mod ord">
          <ac:chgData name="Fatima Pillosu" userId="a6295d4dc9e22643" providerId="LiveId" clId="{87453732-75AC-4426-B5D3-B7C69C2D4F54}" dt="2026-02-03T22:18:32.530" v="1326" actId="166"/>
          <ac:picMkLst>
            <pc:docMk/>
            <pc:sldMk cId="3081413607" sldId="259"/>
            <ac:picMk id="6" creationId="{D0967105-9236-EC17-4944-8786D54BAAB5}"/>
          </ac:picMkLst>
        </pc:picChg>
        <pc:picChg chg="del mod">
          <ac:chgData name="Fatima Pillosu" userId="a6295d4dc9e22643" providerId="LiveId" clId="{87453732-75AC-4426-B5D3-B7C69C2D4F54}" dt="2026-02-03T22:18:28.808" v="1325" actId="478"/>
          <ac:picMkLst>
            <pc:docMk/>
            <pc:sldMk cId="3081413607" sldId="259"/>
            <ac:picMk id="8" creationId="{843E6D9E-6EB4-AF28-7F28-EA192B1DDE5D}"/>
          </ac:picMkLst>
        </pc:picChg>
      </pc:sldChg>
      <pc:sldChg chg="addSp delSp modSp add del mod">
        <pc:chgData name="Fatima Pillosu" userId="a6295d4dc9e22643" providerId="LiveId" clId="{87453732-75AC-4426-B5D3-B7C69C2D4F54}" dt="2026-02-03T22:30:25.729" v="1378" actId="47"/>
        <pc:sldMkLst>
          <pc:docMk/>
          <pc:sldMk cId="198537044" sldId="260"/>
        </pc:sldMkLst>
        <pc:spChg chg="mod">
          <ac:chgData name="Fatima Pillosu" userId="a6295d4dc9e22643" providerId="LiveId" clId="{87453732-75AC-4426-B5D3-B7C69C2D4F54}" dt="2026-02-03T22:20:01.505" v="1362" actId="6549"/>
          <ac:spMkLst>
            <pc:docMk/>
            <pc:sldMk cId="198537044" sldId="260"/>
            <ac:spMk id="139" creationId="{2F41C470-DB45-05CD-6E3A-7C6A41FB87DB}"/>
          </ac:spMkLst>
        </pc:spChg>
        <pc:picChg chg="add mod ord">
          <ac:chgData name="Fatima Pillosu" userId="a6295d4dc9e22643" providerId="LiveId" clId="{87453732-75AC-4426-B5D3-B7C69C2D4F54}" dt="2026-02-03T22:20:34.410" v="1367" actId="167"/>
          <ac:picMkLst>
            <pc:docMk/>
            <pc:sldMk cId="198537044" sldId="260"/>
            <ac:picMk id="3" creationId="{02492B6A-E250-1D67-A0F5-3E3C4E293F79}"/>
          </ac:picMkLst>
        </pc:picChg>
        <pc:picChg chg="del mod">
          <ac:chgData name="Fatima Pillosu" userId="a6295d4dc9e22643" providerId="LiveId" clId="{87453732-75AC-4426-B5D3-B7C69C2D4F54}" dt="2026-02-03T22:20:36.017" v="1368" actId="478"/>
          <ac:picMkLst>
            <pc:docMk/>
            <pc:sldMk cId="198537044" sldId="260"/>
            <ac:picMk id="4" creationId="{A64E56A0-958C-E46B-7ABD-04DE28AA15A1}"/>
          </ac:picMkLst>
        </pc:picChg>
        <pc:picChg chg="del mod">
          <ac:chgData name="Fatima Pillosu" userId="a6295d4dc9e22643" providerId="LiveId" clId="{87453732-75AC-4426-B5D3-B7C69C2D4F54}" dt="2026-02-03T22:21:04.462" v="1374" actId="478"/>
          <ac:picMkLst>
            <pc:docMk/>
            <pc:sldMk cId="198537044" sldId="260"/>
            <ac:picMk id="6" creationId="{654CC1B7-D3B9-373D-74A6-D900B4CFB8C0}"/>
          </ac:picMkLst>
        </pc:picChg>
        <pc:picChg chg="add mod ord">
          <ac:chgData name="Fatima Pillosu" userId="a6295d4dc9e22643" providerId="LiveId" clId="{87453732-75AC-4426-B5D3-B7C69C2D4F54}" dt="2026-02-03T22:21:07.473" v="1375" actId="166"/>
          <ac:picMkLst>
            <pc:docMk/>
            <pc:sldMk cId="198537044" sldId="260"/>
            <ac:picMk id="7" creationId="{C3FCABF2-5CFE-D93B-74EC-3ED528DC035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19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90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30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31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34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238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0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47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59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6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67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87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DC40B-A176-7ECF-6BBD-5A195FEFB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534C42-605F-567D-44D6-DF7BE4EE4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3" y="2441756"/>
            <a:ext cx="5616000" cy="281166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E159EE6-A367-1B6C-3BC4-F29CDF920708}"/>
              </a:ext>
            </a:extLst>
          </p:cNvPr>
          <p:cNvSpPr txBox="1"/>
          <p:nvPr/>
        </p:nvSpPr>
        <p:spPr>
          <a:xfrm>
            <a:off x="1954403" y="2260632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D73E53-CD9C-573F-76CB-BEC6ACE0F9A4}"/>
              </a:ext>
            </a:extLst>
          </p:cNvPr>
          <p:cNvSpPr txBox="1"/>
          <p:nvPr/>
        </p:nvSpPr>
        <p:spPr>
          <a:xfrm>
            <a:off x="2928331" y="2260632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3F56C4-F15B-63F2-F00F-D30D7B2E9D82}"/>
              </a:ext>
            </a:extLst>
          </p:cNvPr>
          <p:cNvSpPr txBox="1"/>
          <p:nvPr/>
        </p:nvSpPr>
        <p:spPr>
          <a:xfrm>
            <a:off x="3830781" y="226063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1776F6-AB53-FC69-5A4C-C24A965FBD7C}"/>
              </a:ext>
            </a:extLst>
          </p:cNvPr>
          <p:cNvSpPr txBox="1"/>
          <p:nvPr/>
        </p:nvSpPr>
        <p:spPr>
          <a:xfrm>
            <a:off x="4731002" y="2260632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1DB31CB-6F29-BDDB-00CC-3A55EEB9D7DF}"/>
              </a:ext>
            </a:extLst>
          </p:cNvPr>
          <p:cNvSpPr txBox="1"/>
          <p:nvPr/>
        </p:nvSpPr>
        <p:spPr>
          <a:xfrm>
            <a:off x="-46666" y="-31190"/>
            <a:ext cx="9370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0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ECMWF Reforecasts – 46r1 (18 km)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61B48D9-06B1-52A0-39A1-494E244D3849}"/>
              </a:ext>
            </a:extLst>
          </p:cNvPr>
          <p:cNvSpPr txBox="1"/>
          <p:nvPr/>
        </p:nvSpPr>
        <p:spPr>
          <a:xfrm>
            <a:off x="996049" y="2260632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2D0AE9E-ECEE-393F-0878-1994B4F5CA7F}"/>
              </a:ext>
            </a:extLst>
          </p:cNvPr>
          <p:cNvGrpSpPr/>
          <p:nvPr/>
        </p:nvGrpSpPr>
        <p:grpSpPr>
          <a:xfrm>
            <a:off x="865097" y="1933146"/>
            <a:ext cx="4563362" cy="324080"/>
            <a:chOff x="781948" y="1625195"/>
            <a:chExt cx="4563362" cy="32408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BF0D4A8E-7AC3-A78F-46DC-B1DC8CAFF729}"/>
                </a:ext>
              </a:extLst>
            </p:cNvPr>
            <p:cNvSpPr txBox="1"/>
            <p:nvPr/>
          </p:nvSpPr>
          <p:spPr>
            <a:xfrm>
              <a:off x="781948" y="1625195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EB33AF6-AEB9-73F8-A6ED-9D09456F8958}"/>
                </a:ext>
              </a:extLst>
            </p:cNvPr>
            <p:cNvSpPr txBox="1"/>
            <p:nvPr/>
          </p:nvSpPr>
          <p:spPr>
            <a:xfrm>
              <a:off x="1560889" y="1625195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0.1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E4C19381-4576-A269-B967-0B18313BA41C}"/>
                </a:ext>
              </a:extLst>
            </p:cNvPr>
            <p:cNvSpPr txBox="1"/>
            <p:nvPr/>
          </p:nvSpPr>
          <p:spPr>
            <a:xfrm>
              <a:off x="2388727" y="1625195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0.3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268E3586-E3A3-19BD-14FC-12E3F691ED92}"/>
                </a:ext>
              </a:extLst>
            </p:cNvPr>
            <p:cNvSpPr txBox="1"/>
            <p:nvPr/>
          </p:nvSpPr>
          <p:spPr>
            <a:xfrm>
              <a:off x="3240196" y="1625195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0.5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89AFE5A7-12E8-1FEF-57CA-3275859F4715}"/>
                </a:ext>
              </a:extLst>
            </p:cNvPr>
            <p:cNvSpPr txBox="1"/>
            <p:nvPr/>
          </p:nvSpPr>
          <p:spPr>
            <a:xfrm>
              <a:off x="4117248" y="1625195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E30EE919-52CD-A870-10BC-572E568F27D0}"/>
                </a:ext>
              </a:extLst>
            </p:cNvPr>
            <p:cNvSpPr txBox="1"/>
            <p:nvPr/>
          </p:nvSpPr>
          <p:spPr>
            <a:xfrm>
              <a:off x="4880118" y="1625195"/>
              <a:ext cx="4651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100 [-]</a:t>
              </a:r>
            </a:p>
          </p:txBody>
        </p:sp>
        <p:pic>
          <p:nvPicPr>
            <p:cNvPr id="202" name="Picture 201" descr="A map of the world&#10;&#10;Description automatically generated">
              <a:extLst>
                <a:ext uri="{FF2B5EF4-FFF2-40B4-BE49-F238E27FC236}">
                  <a16:creationId xmlns:a16="http://schemas.microsoft.com/office/drawing/2014/main" id="{96B2D810-E2FA-74DA-CF51-9ACF54A11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1" t="28876" r="11524" b="67619"/>
            <a:stretch/>
          </p:blipFill>
          <p:spPr>
            <a:xfrm>
              <a:off x="885801" y="1813623"/>
              <a:ext cx="4211580" cy="13565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83AC7B-BE5C-07D2-8D20-01C34890208C}"/>
              </a:ext>
            </a:extLst>
          </p:cNvPr>
          <p:cNvGrpSpPr/>
          <p:nvPr/>
        </p:nvGrpSpPr>
        <p:grpSpPr>
          <a:xfrm>
            <a:off x="678306" y="655958"/>
            <a:ext cx="4583813" cy="1077709"/>
            <a:chOff x="682004" y="494033"/>
            <a:chExt cx="4583813" cy="1077709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128C81D-4364-F03F-DFDE-89073AC6ADE9}"/>
                </a:ext>
              </a:extLst>
            </p:cNvPr>
            <p:cNvSpPr txBox="1"/>
            <p:nvPr/>
          </p:nvSpPr>
          <p:spPr>
            <a:xfrm>
              <a:off x="2758669" y="508630"/>
              <a:ext cx="25071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North America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170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°N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, 50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South America [15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100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  <a:endParaRPr lang="en-GB" sz="800" dirty="0">
                <a:solidFill>
                  <a:srgbClr val="FF0000"/>
                </a:solidFill>
                <a:latin typeface="Aptos" panose="020B0004020202020204" pitchFamily="34" charset="0"/>
              </a:endParaRP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Europe &amp; Mediterranean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Africa &amp; Arabian Peninsula [30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40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Asia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Oceania [5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814973F-FDD8-EEB6-C020-C3194EEF7068}"/>
                </a:ext>
              </a:extLst>
            </p:cNvPr>
            <p:cNvGrpSpPr/>
            <p:nvPr/>
          </p:nvGrpSpPr>
          <p:grpSpPr>
            <a:xfrm>
              <a:off x="682004" y="494033"/>
              <a:ext cx="2053721" cy="1077709"/>
              <a:chOff x="1144326" y="680598"/>
              <a:chExt cx="2053721" cy="1077709"/>
            </a:xfrm>
          </p:grpSpPr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ECA3450D-5D63-9F51-902D-3312F91E8C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4048" y="680598"/>
                <a:ext cx="1703999" cy="843235"/>
              </a:xfrm>
              <a:prstGeom prst="rect">
                <a:avLst/>
              </a:prstGeom>
            </p:spPr>
          </p:pic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C80550D0-3088-7D71-6641-2DB9E7673A70}"/>
                  </a:ext>
                </a:extLst>
              </p:cNvPr>
              <p:cNvSpPr txBox="1"/>
              <p:nvPr/>
            </p:nvSpPr>
            <p:spPr>
              <a:xfrm>
                <a:off x="1144326" y="711912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EB0656A0-CEB5-F9D0-6C1A-020E265AA784}"/>
                  </a:ext>
                </a:extLst>
              </p:cNvPr>
              <p:cNvSpPr txBox="1"/>
              <p:nvPr/>
            </p:nvSpPr>
            <p:spPr>
              <a:xfrm>
                <a:off x="1144326" y="854496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24DF2F92-5BC7-574B-FF5A-53968F78033E}"/>
                  </a:ext>
                </a:extLst>
              </p:cNvPr>
              <p:cNvSpPr txBox="1"/>
              <p:nvPr/>
            </p:nvSpPr>
            <p:spPr>
              <a:xfrm>
                <a:off x="1198828" y="997080"/>
                <a:ext cx="3690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60AE112E-CB08-1A33-7639-48037FB6200A}"/>
                  </a:ext>
                </a:extLst>
              </p:cNvPr>
              <p:cNvSpPr txBox="1"/>
              <p:nvPr/>
            </p:nvSpPr>
            <p:spPr>
              <a:xfrm>
                <a:off x="1158754" y="1139664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B828A708-C01A-71F7-FD72-52DBABD0AE33}"/>
                  </a:ext>
                </a:extLst>
              </p:cNvPr>
              <p:cNvSpPr txBox="1"/>
              <p:nvPr/>
            </p:nvSpPr>
            <p:spPr>
              <a:xfrm>
                <a:off x="1158754" y="1282249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328252E0-B525-C99B-8D1B-736EFBD3A082}"/>
                  </a:ext>
                </a:extLst>
              </p:cNvPr>
              <p:cNvSpPr txBox="1"/>
              <p:nvPr/>
            </p:nvSpPr>
            <p:spPr>
              <a:xfrm rot="-1800000">
                <a:off x="1838690" y="1529238"/>
                <a:ext cx="4427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1EEEB52C-552C-778A-B6EB-E0BCB436AF40}"/>
                  </a:ext>
                </a:extLst>
              </p:cNvPr>
              <p:cNvSpPr txBox="1"/>
              <p:nvPr/>
            </p:nvSpPr>
            <p:spPr>
              <a:xfrm rot="-1800000">
                <a:off x="2167487" y="1507197"/>
                <a:ext cx="35458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E0E323EC-0D50-CEC2-949E-F9B94C6746B0}"/>
                  </a:ext>
                </a:extLst>
              </p:cNvPr>
              <p:cNvSpPr txBox="1"/>
              <p:nvPr/>
            </p:nvSpPr>
            <p:spPr>
              <a:xfrm rot="-1800000">
                <a:off x="2425909" y="1520822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8C6CB85B-A39F-FC19-8A20-EA51E3F4DDE4}"/>
                  </a:ext>
                </a:extLst>
              </p:cNvPr>
              <p:cNvSpPr txBox="1"/>
              <p:nvPr/>
            </p:nvSpPr>
            <p:spPr>
              <a:xfrm rot="-1800000">
                <a:off x="2685130" y="1534447"/>
                <a:ext cx="46358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CDF08338-6138-C3D6-31D0-AA32EC3315D3}"/>
                  </a:ext>
                </a:extLst>
              </p:cNvPr>
              <p:cNvSpPr txBox="1"/>
              <p:nvPr/>
            </p:nvSpPr>
            <p:spPr>
              <a:xfrm rot="-1800000">
                <a:off x="1528588" y="1542863"/>
                <a:ext cx="49725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1A421B0-566B-2612-27AE-1B4007101194}"/>
              </a:ext>
            </a:extLst>
          </p:cNvPr>
          <p:cNvSpPr txBox="1"/>
          <p:nvPr/>
        </p:nvSpPr>
        <p:spPr>
          <a:xfrm>
            <a:off x="-90371" y="2802070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D8286-CD79-BDF7-BC70-71A85376FFA7}"/>
              </a:ext>
            </a:extLst>
          </p:cNvPr>
          <p:cNvSpPr txBox="1"/>
          <p:nvPr/>
        </p:nvSpPr>
        <p:spPr>
          <a:xfrm>
            <a:off x="-90371" y="3269368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0AD0C-79E9-B9B6-D886-038F8EE7DE66}"/>
              </a:ext>
            </a:extLst>
          </p:cNvPr>
          <p:cNvSpPr txBox="1"/>
          <p:nvPr/>
        </p:nvSpPr>
        <p:spPr>
          <a:xfrm>
            <a:off x="-35869" y="3736666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F814A3-2BA7-6CEF-2304-1E90ADF04597}"/>
              </a:ext>
            </a:extLst>
          </p:cNvPr>
          <p:cNvSpPr txBox="1"/>
          <p:nvPr/>
        </p:nvSpPr>
        <p:spPr>
          <a:xfrm>
            <a:off x="-75943" y="420396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BD281B-0E2E-C514-663C-C88EA30B003D}"/>
              </a:ext>
            </a:extLst>
          </p:cNvPr>
          <p:cNvSpPr txBox="1"/>
          <p:nvPr/>
        </p:nvSpPr>
        <p:spPr>
          <a:xfrm>
            <a:off x="-75943" y="467126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C57A80-9E81-74DA-829E-F8A574E736C9}"/>
              </a:ext>
            </a:extLst>
          </p:cNvPr>
          <p:cNvSpPr txBox="1"/>
          <p:nvPr/>
        </p:nvSpPr>
        <p:spPr>
          <a:xfrm>
            <a:off x="-46666" y="1774587"/>
            <a:ext cx="59870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values at each rain gauge station (map plot), aggregated per domain (piecharts), and piecharts’ numerical values (table)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7212C3-A79E-1EBE-485E-9F9809B8901A}"/>
              </a:ext>
            </a:extLst>
          </p:cNvPr>
          <p:cNvSpPr txBox="1"/>
          <p:nvPr/>
        </p:nvSpPr>
        <p:spPr>
          <a:xfrm>
            <a:off x="-46666" y="421629"/>
            <a:ext cx="2507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a) Domains to create the piecharts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967105-9236-EC17-4944-8786D54BA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456" y="4447982"/>
            <a:ext cx="2664000" cy="165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13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236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2024-05-05T06:29:24Z</dcterms:created>
  <dcterms:modified xsi:type="dcterms:W3CDTF">2026-02-03T22:30:27Z</dcterms:modified>
</cp:coreProperties>
</file>