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90FF"/>
    <a:srgbClr val="3672A8"/>
    <a:srgbClr val="000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65304-D006-4503-97B3-8B4DB4E575C5}" v="11" dt="2026-02-04T00:09:5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4T00:11:41.404" v="771" actId="1076"/>
      <pc:docMkLst>
        <pc:docMk/>
      </pc:docMkLst>
      <pc:sldChg chg="addSp delSp modSp del mod ord">
        <pc:chgData name="Fatima Pillosu" userId="a6295d4dc9e22643" providerId="LiveId" clId="{87453732-75AC-4426-B5D3-B7C69C2D4F54}" dt="2026-02-03T23:20:28.627" v="730" actId="2696"/>
        <pc:sldMkLst>
          <pc:docMk/>
          <pc:sldMk cId="2533619745" sldId="256"/>
        </pc:sldMkLst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12" creationId="{6520378A-35EE-1F85-E170-0464790BE8AC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18" creationId="{EBDE5727-9AA8-E00B-F06F-7E468C6F8AA4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19" creationId="{9DDC89D1-E5CE-5835-3875-246BC34AE9D5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21" creationId="{F08482DF-8D44-ABD4-0D37-6E922270CBBA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33" creationId="{2FCE7667-DE54-8BD6-089F-22699AA8A9C0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46" creationId="{890795B9-A3C1-79D5-1DFB-AE8F1CED7638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49" creationId="{C71CE387-5D5C-05EA-AA94-CF304EFC055C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61" creationId="{08AB304C-23B9-5155-CAFD-DA4A72DA26A3}"/>
          </ac:spMkLst>
        </pc:spChg>
        <pc:spChg chg="add mod">
          <ac:chgData name="Fatima Pillosu" userId="a6295d4dc9e22643" providerId="LiveId" clId="{87453732-75AC-4426-B5D3-B7C69C2D4F54}" dt="2026-02-03T23:06:03.013" v="1"/>
          <ac:spMkLst>
            <pc:docMk/>
            <pc:sldMk cId="2533619745" sldId="256"/>
            <ac:spMk id="67" creationId="{C5FF35A0-2EF8-41ED-EB57-3A072DB38799}"/>
          </ac:spMkLst>
        </pc:spChg>
        <pc:spChg chg="add mod">
          <ac:chgData name="Fatima Pillosu" userId="a6295d4dc9e22643" providerId="LiveId" clId="{87453732-75AC-4426-B5D3-B7C69C2D4F54}" dt="2026-02-03T23:06:03.013" v="1"/>
          <ac:spMkLst>
            <pc:docMk/>
            <pc:sldMk cId="2533619745" sldId="256"/>
            <ac:spMk id="68" creationId="{913B77D8-CBA7-4EFA-2344-C36EAD8C11FD}"/>
          </ac:spMkLst>
        </pc:spChg>
        <pc:spChg chg="mod">
          <ac:chgData name="Fatima Pillosu" userId="a6295d4dc9e22643" providerId="LiveId" clId="{87453732-75AC-4426-B5D3-B7C69C2D4F54}" dt="2026-02-03T23:06:57.428" v="6" actId="207"/>
          <ac:spMkLst>
            <pc:docMk/>
            <pc:sldMk cId="2533619745" sldId="256"/>
            <ac:spMk id="71" creationId="{08B9FE87-B9BD-45A3-FB9C-2922CFAD6EFE}"/>
          </ac:spMkLst>
        </pc:spChg>
        <pc:spChg chg="add mod">
          <ac:chgData name="Fatima Pillosu" userId="a6295d4dc9e22643" providerId="LiveId" clId="{87453732-75AC-4426-B5D3-B7C69C2D4F54}" dt="2026-02-03T23:06:03.013" v="1"/>
          <ac:spMkLst>
            <pc:docMk/>
            <pc:sldMk cId="2533619745" sldId="256"/>
            <ac:spMk id="72" creationId="{53D7C8FF-34BC-8D2E-4F09-1179D1101F94}"/>
          </ac:spMkLst>
        </pc:spChg>
        <pc:spChg chg="mod">
          <ac:chgData name="Fatima Pillosu" userId="a6295d4dc9e22643" providerId="LiveId" clId="{87453732-75AC-4426-B5D3-B7C69C2D4F54}" dt="2026-02-03T23:06:57.428" v="6" actId="207"/>
          <ac:spMkLst>
            <pc:docMk/>
            <pc:sldMk cId="2533619745" sldId="256"/>
            <ac:spMk id="73" creationId="{948401C2-07EE-0B13-4FCA-5B5A5542C8D4}"/>
          </ac:spMkLst>
        </pc:spChg>
        <pc:spChg chg="mod">
          <ac:chgData name="Fatima Pillosu" userId="a6295d4dc9e22643" providerId="LiveId" clId="{87453732-75AC-4426-B5D3-B7C69C2D4F54}" dt="2026-02-03T23:06:57.428" v="6" actId="207"/>
          <ac:spMkLst>
            <pc:docMk/>
            <pc:sldMk cId="2533619745" sldId="256"/>
            <ac:spMk id="74" creationId="{1E41353E-77C2-FF76-58E5-3493F9D6B2EC}"/>
          </ac:spMkLst>
        </pc:spChg>
        <pc:spChg chg="add mod">
          <ac:chgData name="Fatima Pillosu" userId="a6295d4dc9e22643" providerId="LiveId" clId="{87453732-75AC-4426-B5D3-B7C69C2D4F54}" dt="2026-02-03T23:06:57.428" v="6" actId="207"/>
          <ac:spMkLst>
            <pc:docMk/>
            <pc:sldMk cId="2533619745" sldId="256"/>
            <ac:spMk id="77" creationId="{9DDC89D1-E5CE-5835-3875-246BC34AE9D5}"/>
          </ac:spMkLst>
        </pc:spChg>
        <pc:spChg chg="add mod">
          <ac:chgData name="Fatima Pillosu" userId="a6295d4dc9e22643" providerId="LiveId" clId="{87453732-75AC-4426-B5D3-B7C69C2D4F54}" dt="2026-02-03T23:06:03.013" v="1"/>
          <ac:spMkLst>
            <pc:docMk/>
            <pc:sldMk cId="2533619745" sldId="256"/>
            <ac:spMk id="81" creationId="{36361F96-D80E-9299-24FD-F17B459DB617}"/>
          </ac:spMkLst>
        </pc:spChg>
        <pc:spChg chg="mod">
          <ac:chgData name="Fatima Pillosu" userId="a6295d4dc9e22643" providerId="LiveId" clId="{87453732-75AC-4426-B5D3-B7C69C2D4F54}" dt="2026-02-03T23:06:57.428" v="6" actId="207"/>
          <ac:spMkLst>
            <pc:docMk/>
            <pc:sldMk cId="2533619745" sldId="256"/>
            <ac:spMk id="82" creationId="{2B1943C2-2045-07FD-7562-572B68EAC652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94" creationId="{09AB7203-434F-0A4C-76C6-8CC181FC46A1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95" creationId="{67469E67-3DDE-0D4E-8C8F-BAED5FDE57A6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04" creationId="{09C85057-568F-6E68-4A25-62BBB2D00716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05" creationId="{D42F14AA-54BF-7F89-BA15-3413CF2266F0}"/>
          </ac:spMkLst>
        </pc:spChg>
        <pc:spChg chg="add 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07" creationId="{96793A98-CE27-DC88-96F0-6C0E01A6D5F4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08" creationId="{15E81FFD-2622-67D6-8532-DDF600F4E3F7}"/>
          </ac:spMkLst>
        </pc:spChg>
        <pc:spChg chg="del">
          <ac:chgData name="Fatima Pillosu" userId="a6295d4dc9e22643" providerId="LiveId" clId="{87453732-75AC-4426-B5D3-B7C69C2D4F54}" dt="2026-02-03T23:05:51.217" v="0" actId="21"/>
          <ac:spMkLst>
            <pc:docMk/>
            <pc:sldMk cId="2533619745" sldId="256"/>
            <ac:spMk id="114" creationId="{F1FE3646-3BB8-AF3F-8CFA-62C26A536745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15" creationId="{2BE362A8-A849-A414-2538-4DE675188807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16" creationId="{6B89BB0B-96DA-67EC-0E28-BAB02F53455B}"/>
          </ac:spMkLst>
        </pc:spChg>
        <pc:spChg chg="add mod">
          <ac:chgData name="Fatima Pillosu" userId="a6295d4dc9e22643" providerId="LiveId" clId="{87453732-75AC-4426-B5D3-B7C69C2D4F54}" dt="2026-02-03T23:06:03.013" v="1"/>
          <ac:spMkLst>
            <pc:docMk/>
            <pc:sldMk cId="2533619745" sldId="256"/>
            <ac:spMk id="118" creationId="{E764D1E2-3FFE-CD53-26E4-9CB9ADDED3B9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19" creationId="{177EF369-F2F4-DB5B-E75B-8D4EAA0ACD79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20" creationId="{9BE57C0E-AF4B-DBB2-C2B3-B697200B98FC}"/>
          </ac:spMkLst>
        </pc:spChg>
        <pc:spChg chg="mod">
          <ac:chgData name="Fatima Pillosu" userId="a6295d4dc9e22643" providerId="LiveId" clId="{87453732-75AC-4426-B5D3-B7C69C2D4F54}" dt="2026-02-03T23:06:38.600" v="4" actId="207"/>
          <ac:spMkLst>
            <pc:docMk/>
            <pc:sldMk cId="2533619745" sldId="256"/>
            <ac:spMk id="123" creationId="{3B9D0D5A-F607-EA2E-354E-A13EB7795652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24" creationId="{BCAACC07-C9EB-0DBE-6A90-33D30CDDCBCD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25" creationId="{C71CE387-5D5C-05EA-AA94-CF304EFC055C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26" creationId="{16FF7CAC-A060-30D5-F1E3-E574E1DF2106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33" creationId="{10E6A214-E7D4-368E-5B2B-D33A8632F263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35" creationId="{C92284BC-80FE-3622-872B-96BC4DBA980A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37" creationId="{622D837A-FA0A-F568-7823-CECB43158FE9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39" creationId="{F2845272-3C53-11E9-9452-4DDB503F563F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41" creationId="{3F0296C9-929F-D396-DD9A-F6B5DF6D8714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43" creationId="{1378CB39-D256-8CFF-4299-C21A86B72F42}"/>
          </ac:spMkLst>
        </pc:spChg>
        <pc:spChg chg="mod">
          <ac:chgData name="Fatima Pillosu" userId="a6295d4dc9e22643" providerId="LiveId" clId="{87453732-75AC-4426-B5D3-B7C69C2D4F54}" dt="2026-02-03T23:06:51.031" v="5" actId="207"/>
          <ac:spMkLst>
            <pc:docMk/>
            <pc:sldMk cId="2533619745" sldId="256"/>
            <ac:spMk id="145" creationId="{3EF33862-88A6-9117-F819-9A60CFA97778}"/>
          </ac:spMkLst>
        </pc:spChg>
        <pc:spChg chg="mod">
          <ac:chgData name="Fatima Pillosu" userId="a6295d4dc9e22643" providerId="LiveId" clId="{87453732-75AC-4426-B5D3-B7C69C2D4F54}" dt="2026-02-03T23:06:29.303" v="3" actId="207"/>
          <ac:spMkLst>
            <pc:docMk/>
            <pc:sldMk cId="2533619745" sldId="256"/>
            <ac:spMk id="149" creationId="{AFB46E55-1526-3859-3CED-42B7B7F23E47}"/>
          </ac:spMkLst>
        </pc:spChg>
        <pc:spChg chg="mod">
          <ac:chgData name="Fatima Pillosu" userId="a6295d4dc9e22643" providerId="LiveId" clId="{87453732-75AC-4426-B5D3-B7C69C2D4F54}" dt="2026-02-03T23:06:29.303" v="3" actId="207"/>
          <ac:spMkLst>
            <pc:docMk/>
            <pc:sldMk cId="2533619745" sldId="256"/>
            <ac:spMk id="151" creationId="{76AA2C80-910A-7064-1527-569D6A3C31FA}"/>
          </ac:spMkLst>
        </pc:spChg>
        <pc:spChg chg="mod">
          <ac:chgData name="Fatima Pillosu" userId="a6295d4dc9e22643" providerId="LiveId" clId="{87453732-75AC-4426-B5D3-B7C69C2D4F54}" dt="2026-02-03T23:06:29.303" v="3" actId="207"/>
          <ac:spMkLst>
            <pc:docMk/>
            <pc:sldMk cId="2533619745" sldId="256"/>
            <ac:spMk id="153" creationId="{08AB304C-23B9-5155-CAFD-DA4A72DA26A3}"/>
          </ac:spMkLst>
        </pc:spChg>
        <pc:spChg chg="mod">
          <ac:chgData name="Fatima Pillosu" userId="a6295d4dc9e22643" providerId="LiveId" clId="{87453732-75AC-4426-B5D3-B7C69C2D4F54}" dt="2026-02-03T23:06:29.303" v="3" actId="207"/>
          <ac:spMkLst>
            <pc:docMk/>
            <pc:sldMk cId="2533619745" sldId="256"/>
            <ac:spMk id="155" creationId="{FFF21F9F-5652-AF49-3E22-B3FD33D26D42}"/>
          </ac:spMkLst>
        </pc:spChg>
        <pc:spChg chg="mod">
          <ac:chgData name="Fatima Pillosu" userId="a6295d4dc9e22643" providerId="LiveId" clId="{87453732-75AC-4426-B5D3-B7C69C2D4F54}" dt="2026-02-03T23:06:29.303" v="3" actId="207"/>
          <ac:spMkLst>
            <pc:docMk/>
            <pc:sldMk cId="2533619745" sldId="256"/>
            <ac:spMk id="157" creationId="{8DB6CC17-5ED4-E15E-242C-90527923EE66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59" creationId="{4A9150D6-3674-1E6C-8B64-4C88385A34BF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61" creationId="{83088C1F-EDEB-16DF-3676-98AB4ED4BF89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63" creationId="{0E09DF20-EF6C-D1CC-2AA5-549C76038B16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65" creationId="{9F63337D-15FC-B2DA-CD4D-14FC02A16106}"/>
          </ac:spMkLst>
        </pc:spChg>
        <pc:spChg chg="add 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67" creationId="{94E5C091-A7DF-B2EF-2028-BD889CEEAE21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69" creationId="{451DF8E4-E60F-7E32-181A-12A3E2827D81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71" creationId="{67469E67-3DDE-0D4E-8C8F-BAED5FDE57A6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73" creationId="{02064EC6-B2C9-5E5C-AAB6-25307A5756FC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75" creationId="{BAE3EA97-150F-0328-C9BC-2C66499C7444}"/>
          </ac:spMkLst>
        </pc:spChg>
        <pc:spChg chg="mod">
          <ac:chgData name="Fatima Pillosu" userId="a6295d4dc9e22643" providerId="LiveId" clId="{87453732-75AC-4426-B5D3-B7C69C2D4F54}" dt="2026-02-03T23:07:12.385" v="7" actId="207"/>
          <ac:spMkLst>
            <pc:docMk/>
            <pc:sldMk cId="2533619745" sldId="256"/>
            <ac:spMk id="177" creationId="{49CD84FD-B273-B786-D2F5-F4EFEEC85379}"/>
          </ac:spMkLst>
        </pc:spChg>
        <pc:spChg chg="add mod">
          <ac:chgData name="Fatima Pillosu" userId="a6295d4dc9e22643" providerId="LiveId" clId="{87453732-75AC-4426-B5D3-B7C69C2D4F54}" dt="2026-02-03T23:06:03.013" v="1"/>
          <ac:spMkLst>
            <pc:docMk/>
            <pc:sldMk cId="2533619745" sldId="256"/>
            <ac:spMk id="179" creationId="{F8CD1F6D-BC3B-1236-E103-16ED36410D09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81" creationId="{09F58019-2D82-1FD0-FFFF-AC5D8E825BC4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83" creationId="{ACB7247A-23D8-8F0A-9FC5-04356421700D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85" creationId="{08D42543-07CF-EE88-5469-71D197C1E951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86" creationId="{B27F131E-7731-424D-8DC3-078560AA216C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87" creationId="{9EA7E721-5BC3-2153-0E80-A911570F1205}"/>
          </ac:spMkLst>
        </pc:spChg>
        <pc:spChg chg="add mod">
          <ac:chgData name="Fatima Pillosu" userId="a6295d4dc9e22643" providerId="LiveId" clId="{87453732-75AC-4426-B5D3-B7C69C2D4F54}" dt="2026-02-03T23:06:57.428" v="6" actId="207"/>
          <ac:spMkLst>
            <pc:docMk/>
            <pc:sldMk cId="2533619745" sldId="256"/>
            <ac:spMk id="188" creationId="{F1FE3646-3BB8-AF3F-8CFA-62C26A536745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89" creationId="{914C9C00-502C-3C29-A9FC-5317085FF16A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90" creationId="{423CA979-60AC-3BE4-3B28-E108DE07ADBC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92" creationId="{D07A1B98-A306-3C21-02E4-5EAD9114393D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93" creationId="{26F8465A-EBD6-3514-0979-891B9C58DA15}"/>
          </ac:spMkLst>
        </pc:spChg>
        <pc:spChg chg="mod">
          <ac:chgData name="Fatima Pillosu" userId="a6295d4dc9e22643" providerId="LiveId" clId="{87453732-75AC-4426-B5D3-B7C69C2D4F54}" dt="2026-02-03T23:07:29.995" v="8" actId="207"/>
          <ac:spMkLst>
            <pc:docMk/>
            <pc:sldMk cId="2533619745" sldId="256"/>
            <ac:spMk id="194" creationId="{751A407A-AB2A-7696-0FDD-18318483B6A6}"/>
          </ac:spMkLst>
        </pc:spChg>
      </pc:sldChg>
      <pc:sldChg chg="addSp delSp modSp add mod">
        <pc:chgData name="Fatima Pillosu" userId="a6295d4dc9e22643" providerId="LiveId" clId="{87453732-75AC-4426-B5D3-B7C69C2D4F54}" dt="2026-02-04T00:11:41.404" v="771" actId="1076"/>
        <pc:sldMkLst>
          <pc:docMk/>
          <pc:sldMk cId="3613734767" sldId="257"/>
        </pc:sldMkLst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6" creationId="{F5152FCC-7A27-FEFE-9022-F65FB4ED7B10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7" creationId="{487B45F3-F260-182F-A6AD-DB9D9ACA225B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9" creationId="{C87A1C87-D1DB-D1CE-EA66-3D643115C342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10" creationId="{B1B4B2A2-C6E0-4A9C-B6D1-11A8E9B9F978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11" creationId="{1E95A33F-808A-A717-E79B-B2B8D8D1D011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12" creationId="{E2172BF5-7D6E-7556-217F-B7DEC6AD43F0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13" creationId="{1E36AAEB-E1C2-4801-68A1-CA38AB41C0C2}"/>
          </ac:spMkLst>
        </pc:spChg>
        <pc:spChg chg="add mod">
          <ac:chgData name="Fatima Pillosu" userId="a6295d4dc9e22643" providerId="LiveId" clId="{87453732-75AC-4426-B5D3-B7C69C2D4F54}" dt="2026-02-03T23:18:54.347" v="614" actId="1038"/>
          <ac:spMkLst>
            <pc:docMk/>
            <pc:sldMk cId="3613734767" sldId="257"/>
            <ac:spMk id="14" creationId="{1E6C859C-D7CD-1470-2C2C-25E047A4AB2C}"/>
          </ac:spMkLst>
        </pc:spChg>
        <pc:spChg chg="add mod">
          <ac:chgData name="Fatima Pillosu" userId="a6295d4dc9e22643" providerId="LiveId" clId="{87453732-75AC-4426-B5D3-B7C69C2D4F54}" dt="2026-02-03T23:18:58.214" v="634" actId="1037"/>
          <ac:spMkLst>
            <pc:docMk/>
            <pc:sldMk cId="3613734767" sldId="257"/>
            <ac:spMk id="15" creationId="{66823E2B-66E9-297B-7BA7-CB8AF81E9AA5}"/>
          </ac:spMkLst>
        </pc:spChg>
        <pc:spChg chg="add mod">
          <ac:chgData name="Fatima Pillosu" userId="a6295d4dc9e22643" providerId="LiveId" clId="{87453732-75AC-4426-B5D3-B7C69C2D4F54}" dt="2026-02-03T23:19:01.119" v="654" actId="1037"/>
          <ac:spMkLst>
            <pc:docMk/>
            <pc:sldMk cId="3613734767" sldId="257"/>
            <ac:spMk id="16" creationId="{28632492-795A-6FAD-DF76-D34F81F71798}"/>
          </ac:spMkLst>
        </pc:spChg>
        <pc:spChg chg="add mod">
          <ac:chgData name="Fatima Pillosu" userId="a6295d4dc9e22643" providerId="LiveId" clId="{87453732-75AC-4426-B5D3-B7C69C2D4F54}" dt="2026-02-03T23:19:05.201" v="679" actId="1037"/>
          <ac:spMkLst>
            <pc:docMk/>
            <pc:sldMk cId="3613734767" sldId="257"/>
            <ac:spMk id="17" creationId="{519F65F1-8519-1237-5074-EDA993B2214A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18" creationId="{81054F33-6A4E-38C0-B23C-3589F68E4EF0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19" creationId="{244AA2A4-A718-1E61-CBDE-9E2F16B29237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20" creationId="{AFA8DE07-95FD-DA6C-E836-A208AC21C75B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21" creationId="{9C4D12BC-D76B-B8ED-4430-ADED15D997E8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22" creationId="{B4B55593-3B8D-6F6B-3FB4-A2B0E76CEBFA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23" creationId="{2B2196D5-44AD-4FF6-F43A-DD51E2912039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4" creationId="{37CF53E5-92CA-5A5E-6791-1AA402F85E4B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5" creationId="{C6CFC1D1-966E-9FD7-AAB4-C01BD3F94A36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6" creationId="{0B8BF67D-07FC-E248-8DD6-8DDF3F9817B4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7" creationId="{B566D814-61EB-047F-4D84-AB58B214C8EB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8" creationId="{0FE2BF87-00B9-4CA5-C4F6-B7A352BE569A}"/>
          </ac:spMkLst>
        </pc:spChg>
        <pc:spChg chg="mod">
          <ac:chgData name="Fatima Pillosu" userId="a6295d4dc9e22643" providerId="LiveId" clId="{87453732-75AC-4426-B5D3-B7C69C2D4F54}" dt="2026-02-04T00:10:07.030" v="749" actId="1076"/>
          <ac:spMkLst>
            <pc:docMk/>
            <pc:sldMk cId="3613734767" sldId="257"/>
            <ac:spMk id="29" creationId="{DCCF35C2-2B4D-5E8A-977D-51474F934E5F}"/>
          </ac:spMkLst>
        </pc:spChg>
        <pc:spChg chg="mod">
          <ac:chgData name="Fatima Pillosu" userId="a6295d4dc9e22643" providerId="LiveId" clId="{87453732-75AC-4426-B5D3-B7C69C2D4F54}" dt="2026-02-04T00:10:11.193" v="750" actId="1076"/>
          <ac:spMkLst>
            <pc:docMk/>
            <pc:sldMk cId="3613734767" sldId="257"/>
            <ac:spMk id="30" creationId="{8AB7F894-0E98-5152-5E16-DE12099F8A67}"/>
          </ac:spMkLst>
        </pc:spChg>
        <pc:spChg chg="mod">
          <ac:chgData name="Fatima Pillosu" userId="a6295d4dc9e22643" providerId="LiveId" clId="{87453732-75AC-4426-B5D3-B7C69C2D4F54}" dt="2026-02-04T00:10:13.735" v="751" actId="1076"/>
          <ac:spMkLst>
            <pc:docMk/>
            <pc:sldMk cId="3613734767" sldId="257"/>
            <ac:spMk id="31" creationId="{CD34C7D8-FB8C-8E4E-6E9C-C545B9C9B706}"/>
          </ac:spMkLst>
        </pc:spChg>
        <pc:spChg chg="add mod">
          <ac:chgData name="Fatima Pillosu" userId="a6295d4dc9e22643" providerId="LiveId" clId="{87453732-75AC-4426-B5D3-B7C69C2D4F54}" dt="2026-02-04T00:10:21.739" v="753" actId="1076"/>
          <ac:spMkLst>
            <pc:docMk/>
            <pc:sldMk cId="3613734767" sldId="257"/>
            <ac:spMk id="32" creationId="{920CA514-37F8-ABA1-0480-39805F95E26D}"/>
          </ac:spMkLst>
        </pc:spChg>
        <pc:spChg chg="mod">
          <ac:chgData name="Fatima Pillosu" userId="a6295d4dc9e22643" providerId="LiveId" clId="{87453732-75AC-4426-B5D3-B7C69C2D4F54}" dt="2026-02-04T00:10:17.758" v="752" actId="1076"/>
          <ac:spMkLst>
            <pc:docMk/>
            <pc:sldMk cId="3613734767" sldId="257"/>
            <ac:spMk id="33" creationId="{0C330A33-6E45-0048-8D6D-D89BFDF4C1CF}"/>
          </ac:spMkLst>
        </pc:spChg>
        <pc:spChg chg="mod">
          <ac:chgData name="Fatima Pillosu" userId="a6295d4dc9e22643" providerId="LiveId" clId="{87453732-75AC-4426-B5D3-B7C69C2D4F54}" dt="2026-02-04T00:10:24.456" v="754" actId="1076"/>
          <ac:spMkLst>
            <pc:docMk/>
            <pc:sldMk cId="3613734767" sldId="257"/>
            <ac:spMk id="34" creationId="{EF0F9FEF-8958-6B24-2572-774155AC86FB}"/>
          </ac:spMkLst>
        </pc:spChg>
        <pc:spChg chg="mod">
          <ac:chgData name="Fatima Pillosu" userId="a6295d4dc9e22643" providerId="LiveId" clId="{87453732-75AC-4426-B5D3-B7C69C2D4F54}" dt="2026-02-04T00:10:27.153" v="755" actId="1076"/>
          <ac:spMkLst>
            <pc:docMk/>
            <pc:sldMk cId="3613734767" sldId="257"/>
            <ac:spMk id="35" creationId="{A0BC7F93-A6C9-6A77-0154-0FE7F7743B0D}"/>
          </ac:spMkLst>
        </pc:spChg>
        <pc:spChg chg="mod">
          <ac:chgData name="Fatima Pillosu" userId="a6295d4dc9e22643" providerId="LiveId" clId="{87453732-75AC-4426-B5D3-B7C69C2D4F54}" dt="2026-02-04T00:10:31.568" v="756" actId="1076"/>
          <ac:spMkLst>
            <pc:docMk/>
            <pc:sldMk cId="3613734767" sldId="257"/>
            <ac:spMk id="36" creationId="{F66BA967-1449-B19C-3664-D56311A4881C}"/>
          </ac:spMkLst>
        </pc:spChg>
        <pc:spChg chg="add mod">
          <ac:chgData name="Fatima Pillosu" userId="a6295d4dc9e22643" providerId="LiveId" clId="{87453732-75AC-4426-B5D3-B7C69C2D4F54}" dt="2026-02-04T00:10:34.714" v="757" actId="1076"/>
          <ac:spMkLst>
            <pc:docMk/>
            <pc:sldMk cId="3613734767" sldId="257"/>
            <ac:spMk id="37" creationId="{B27B5B8C-FA50-B6E2-F0C4-92CF47BDE12E}"/>
          </ac:spMkLst>
        </pc:spChg>
        <pc:spChg chg="add mod">
          <ac:chgData name="Fatima Pillosu" userId="a6295d4dc9e22643" providerId="LiveId" clId="{87453732-75AC-4426-B5D3-B7C69C2D4F54}" dt="2026-02-04T00:10:42.365" v="759" actId="1076"/>
          <ac:spMkLst>
            <pc:docMk/>
            <pc:sldMk cId="3613734767" sldId="257"/>
            <ac:spMk id="38" creationId="{184115E0-3246-EC3D-9C4E-742642B3440E}"/>
          </ac:spMkLst>
        </pc:spChg>
        <pc:spChg chg="mod">
          <ac:chgData name="Fatima Pillosu" userId="a6295d4dc9e22643" providerId="LiveId" clId="{87453732-75AC-4426-B5D3-B7C69C2D4F54}" dt="2026-02-04T00:10:37.816" v="758" actId="1076"/>
          <ac:spMkLst>
            <pc:docMk/>
            <pc:sldMk cId="3613734767" sldId="257"/>
            <ac:spMk id="39" creationId="{5303C2B2-76E3-B734-E776-20F68CE1A725}"/>
          </ac:spMkLst>
        </pc:spChg>
        <pc:spChg chg="add mod">
          <ac:chgData name="Fatima Pillosu" userId="a6295d4dc9e22643" providerId="LiveId" clId="{87453732-75AC-4426-B5D3-B7C69C2D4F54}" dt="2026-02-04T00:11:19.193" v="766" actId="1076"/>
          <ac:spMkLst>
            <pc:docMk/>
            <pc:sldMk cId="3613734767" sldId="257"/>
            <ac:spMk id="40" creationId="{DF0CC77A-0C8F-A9D9-BDAD-CD3E33DCB230}"/>
          </ac:spMkLst>
        </pc:spChg>
        <pc:spChg chg="add mod">
          <ac:chgData name="Fatima Pillosu" userId="a6295d4dc9e22643" providerId="LiveId" clId="{87453732-75AC-4426-B5D3-B7C69C2D4F54}" dt="2026-02-04T00:11:23.964" v="767" actId="1076"/>
          <ac:spMkLst>
            <pc:docMk/>
            <pc:sldMk cId="3613734767" sldId="257"/>
            <ac:spMk id="41" creationId="{07C4EFFF-CB25-B85A-0629-7430E6F783E2}"/>
          </ac:spMkLst>
        </pc:spChg>
        <pc:spChg chg="mod">
          <ac:chgData name="Fatima Pillosu" userId="a6295d4dc9e22643" providerId="LiveId" clId="{87453732-75AC-4426-B5D3-B7C69C2D4F54}" dt="2026-02-04T00:11:28.318" v="768" actId="1076"/>
          <ac:spMkLst>
            <pc:docMk/>
            <pc:sldMk cId="3613734767" sldId="257"/>
            <ac:spMk id="42" creationId="{18EC3451-6E8A-D526-C3F6-0701D3FC74A7}"/>
          </ac:spMkLst>
        </pc:spChg>
        <pc:spChg chg="mod">
          <ac:chgData name="Fatima Pillosu" userId="a6295d4dc9e22643" providerId="LiveId" clId="{87453732-75AC-4426-B5D3-B7C69C2D4F54}" dt="2026-02-04T00:11:31.181" v="769" actId="1076"/>
          <ac:spMkLst>
            <pc:docMk/>
            <pc:sldMk cId="3613734767" sldId="257"/>
            <ac:spMk id="43" creationId="{72FAAEA1-A1D8-9538-DD5E-664B48510042}"/>
          </ac:spMkLst>
        </pc:spChg>
        <pc:spChg chg="mod">
          <ac:chgData name="Fatima Pillosu" userId="a6295d4dc9e22643" providerId="LiveId" clId="{87453732-75AC-4426-B5D3-B7C69C2D4F54}" dt="2026-02-04T00:11:35.826" v="770" actId="1076"/>
          <ac:spMkLst>
            <pc:docMk/>
            <pc:sldMk cId="3613734767" sldId="257"/>
            <ac:spMk id="44" creationId="{18B7E8BF-6040-2634-0A69-A07848E46CF0}"/>
          </ac:spMkLst>
        </pc:spChg>
        <pc:spChg chg="mod">
          <ac:chgData name="Fatima Pillosu" userId="a6295d4dc9e22643" providerId="LiveId" clId="{87453732-75AC-4426-B5D3-B7C69C2D4F54}" dt="2026-02-04T00:11:41.404" v="771" actId="1076"/>
          <ac:spMkLst>
            <pc:docMk/>
            <pc:sldMk cId="3613734767" sldId="257"/>
            <ac:spMk id="45" creationId="{49844F99-8226-C4FF-3803-07BFB4CA2ACD}"/>
          </ac:spMkLst>
        </pc:spChg>
        <pc:spChg chg="add mod">
          <ac:chgData name="Fatima Pillosu" userId="a6295d4dc9e22643" providerId="LiveId" clId="{87453732-75AC-4426-B5D3-B7C69C2D4F54}" dt="2026-02-04T00:10:47.704" v="760" actId="1076"/>
          <ac:spMkLst>
            <pc:docMk/>
            <pc:sldMk cId="3613734767" sldId="257"/>
            <ac:spMk id="46" creationId="{54C9AA82-B1DD-CE17-438B-285683A2A7D4}"/>
          </ac:spMkLst>
        </pc:spChg>
        <pc:spChg chg="add mod">
          <ac:chgData name="Fatima Pillosu" userId="a6295d4dc9e22643" providerId="LiveId" clId="{87453732-75AC-4426-B5D3-B7C69C2D4F54}" dt="2026-02-04T00:10:52.703" v="761" actId="1076"/>
          <ac:spMkLst>
            <pc:docMk/>
            <pc:sldMk cId="3613734767" sldId="257"/>
            <ac:spMk id="47" creationId="{E2E1CB9F-196C-A33A-3488-DA8464A46012}"/>
          </ac:spMkLst>
        </pc:spChg>
        <pc:spChg chg="mod">
          <ac:chgData name="Fatima Pillosu" userId="a6295d4dc9e22643" providerId="LiveId" clId="{87453732-75AC-4426-B5D3-B7C69C2D4F54}" dt="2026-02-04T00:10:56.212" v="762" actId="1076"/>
          <ac:spMkLst>
            <pc:docMk/>
            <pc:sldMk cId="3613734767" sldId="257"/>
            <ac:spMk id="48" creationId="{2ECFB7EF-0139-0B74-8D42-119F3A295EB2}"/>
          </ac:spMkLst>
        </pc:spChg>
        <pc:spChg chg="add mod">
          <ac:chgData name="Fatima Pillosu" userId="a6295d4dc9e22643" providerId="LiveId" clId="{87453732-75AC-4426-B5D3-B7C69C2D4F54}" dt="2026-02-04T00:10:59.058" v="763" actId="1076"/>
          <ac:spMkLst>
            <pc:docMk/>
            <pc:sldMk cId="3613734767" sldId="257"/>
            <ac:spMk id="49" creationId="{E31C0926-FCAD-84AE-58E0-61A04006E733}"/>
          </ac:spMkLst>
        </pc:spChg>
        <pc:spChg chg="add mod">
          <ac:chgData name="Fatima Pillosu" userId="a6295d4dc9e22643" providerId="LiveId" clId="{87453732-75AC-4426-B5D3-B7C69C2D4F54}" dt="2026-02-04T00:11:04.548" v="764" actId="1076"/>
          <ac:spMkLst>
            <pc:docMk/>
            <pc:sldMk cId="3613734767" sldId="257"/>
            <ac:spMk id="50" creationId="{397E542B-DA69-5379-EF91-BD404A2D8B85}"/>
          </ac:spMkLst>
        </pc:spChg>
        <pc:spChg chg="add mod">
          <ac:chgData name="Fatima Pillosu" userId="a6295d4dc9e22643" providerId="LiveId" clId="{87453732-75AC-4426-B5D3-B7C69C2D4F54}" dt="2026-02-04T00:11:15.456" v="765" actId="1076"/>
          <ac:spMkLst>
            <pc:docMk/>
            <pc:sldMk cId="3613734767" sldId="257"/>
            <ac:spMk id="51" creationId="{962F0B89-6E40-5A13-E7CD-2E866065F2EC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66" creationId="{B8091FF4-DF2E-3CC4-D30A-87AEF59E4948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67" creationId="{BA0480EB-3466-9824-C6DA-97606CFB80A8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76" creationId="{60D793E3-8DB6-6541-CE69-6DF8A856A1E6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78" creationId="{BBA67334-2CE1-22CA-A10F-5C96BA618AA7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89" creationId="{1C9B51CC-135A-F587-7B21-65CF92538DBA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93" creationId="{AE76CAFE-EAE6-19ED-6DA7-B0507C0D0AB0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2" creationId="{6CC57BBB-B6E3-2598-6430-7DE5035088AE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4" creationId="{126145A3-E254-12EA-DC8F-E87F0AC31886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5" creationId="{C69831AB-73F6-3642-13E7-978134D756CE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6" creationId="{982B8FE4-DBF6-72D1-8164-478DEED5B6FD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7" creationId="{0829F7AE-975A-81B4-B24F-7CA4BAF8EA99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17" creationId="{A0503B28-DE3E-B395-4C8C-0D7058CCC8A8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20" creationId="{01DE5528-374C-7052-F39E-046E03A21008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21" creationId="{B4619E5C-1D44-F2CC-11BD-26EB2B03B957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22" creationId="{EC63952B-CDE9-F650-36D4-FD660F5A8E98}"/>
          </ac:spMkLst>
        </pc:spChg>
        <pc:spChg chg="mod">
          <ac:chgData name="Fatima Pillosu" userId="a6295d4dc9e22643" providerId="LiveId" clId="{87453732-75AC-4426-B5D3-B7C69C2D4F54}" dt="2026-02-03T23:18:01.882" v="515" actId="1076"/>
          <ac:spMkLst>
            <pc:docMk/>
            <pc:sldMk cId="3613734767" sldId="257"/>
            <ac:spMk id="123" creationId="{20870D64-0CFA-09B6-354B-F5F378B2170F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24" creationId="{872AE1AD-816C-078A-1385-FC9E158A2FC1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25" creationId="{CEC6D4B3-C3B2-18F8-4A7E-06BE3BD4082C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26" creationId="{007D3CD2-E95F-79AA-48DD-4F067429BE54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33" creationId="{6AB919BE-F6F9-7E2A-43AB-4BF37B4FF87D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35" creationId="{5723B5DE-0CAC-C5D9-A599-03399813A69E}"/>
          </ac:spMkLst>
        </pc:spChg>
        <pc:spChg chg="mod">
          <ac:chgData name="Fatima Pillosu" userId="a6295d4dc9e22643" providerId="LiveId" clId="{87453732-75AC-4426-B5D3-B7C69C2D4F54}" dt="2026-02-03T23:16:48.678" v="430" actId="1038"/>
          <ac:spMkLst>
            <pc:docMk/>
            <pc:sldMk cId="3613734767" sldId="257"/>
            <ac:spMk id="137" creationId="{3CD403F7-6A9B-0D9D-BCC3-B908E5FFBE08}"/>
          </ac:spMkLst>
        </pc:spChg>
        <pc:spChg chg="mod">
          <ac:chgData name="Fatima Pillosu" userId="a6295d4dc9e22643" providerId="LiveId" clId="{87453732-75AC-4426-B5D3-B7C69C2D4F54}" dt="2026-02-03T23:16:53.575" v="445" actId="1038"/>
          <ac:spMkLst>
            <pc:docMk/>
            <pc:sldMk cId="3613734767" sldId="257"/>
            <ac:spMk id="139" creationId="{6E2FAEF4-F714-5487-9F67-EAB784A3D721}"/>
          </ac:spMkLst>
        </pc:spChg>
        <pc:spChg chg="mod">
          <ac:chgData name="Fatima Pillosu" userId="a6295d4dc9e22643" providerId="LiveId" clId="{87453732-75AC-4426-B5D3-B7C69C2D4F54}" dt="2026-02-03T23:17:01.387" v="461" actId="1038"/>
          <ac:spMkLst>
            <pc:docMk/>
            <pc:sldMk cId="3613734767" sldId="257"/>
            <ac:spMk id="141" creationId="{D4BBBF48-B085-2E2E-B8A4-AFB6CABE7336}"/>
          </ac:spMkLst>
        </pc:spChg>
        <pc:spChg chg="mod">
          <ac:chgData name="Fatima Pillosu" userId="a6295d4dc9e22643" providerId="LiveId" clId="{87453732-75AC-4426-B5D3-B7C69C2D4F54}" dt="2026-02-03T23:17:05.867" v="473" actId="1038"/>
          <ac:spMkLst>
            <pc:docMk/>
            <pc:sldMk cId="3613734767" sldId="257"/>
            <ac:spMk id="143" creationId="{07C24BE7-6CD9-C98C-031F-CA1F3276DAF0}"/>
          </ac:spMkLst>
        </pc:spChg>
        <pc:spChg chg="mod">
          <ac:chgData name="Fatima Pillosu" userId="a6295d4dc9e22643" providerId="LiveId" clId="{87453732-75AC-4426-B5D3-B7C69C2D4F54}" dt="2026-02-03T23:17:09.840" v="486" actId="1037"/>
          <ac:spMkLst>
            <pc:docMk/>
            <pc:sldMk cId="3613734767" sldId="257"/>
            <ac:spMk id="145" creationId="{C747C59A-7E1C-1B03-32EB-F7610E664D11}"/>
          </ac:spMkLst>
        </pc:spChg>
        <pc:spChg chg="mod">
          <ac:chgData name="Fatima Pillosu" userId="a6295d4dc9e22643" providerId="LiveId" clId="{87453732-75AC-4426-B5D3-B7C69C2D4F54}" dt="2026-02-03T23:17:51.378" v="513" actId="207"/>
          <ac:spMkLst>
            <pc:docMk/>
            <pc:sldMk cId="3613734767" sldId="257"/>
            <ac:spMk id="147" creationId="{65329614-4A4F-790F-0112-AB3E1B285145}"/>
          </ac:spMkLst>
        </pc:spChg>
        <pc:spChg chg="mod">
          <ac:chgData name="Fatima Pillosu" userId="a6295d4dc9e22643" providerId="LiveId" clId="{87453732-75AC-4426-B5D3-B7C69C2D4F54}" dt="2026-02-03T23:17:58.856" v="514" actId="14100"/>
          <ac:spMkLst>
            <pc:docMk/>
            <pc:sldMk cId="3613734767" sldId="257"/>
            <ac:spMk id="149" creationId="{A4B9D816-953F-E729-0D36-9BA91DDDB1AA}"/>
          </ac:spMkLst>
        </pc:spChg>
        <pc:spChg chg="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151" creationId="{07989FEB-1A36-C2C5-5CD1-978E4E7DE5FD}"/>
          </ac:spMkLst>
        </pc:spChg>
        <pc:spChg chg="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153" creationId="{9B215549-0099-BCE4-4289-61EDD74383B3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167" creationId="{67B1AD13-DD91-CCC8-E730-50754E52A1B3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175" creationId="{801B827C-D89D-8447-9111-B9618EAFA573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183" creationId="{60FCFF27-2959-2DC5-AF74-FFE34C2E9BD7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186" creationId="{E7387E71-7072-BD78-97FD-EC01FAD47439}"/>
          </ac:spMkLst>
        </pc:spChg>
        <pc:spChg chg="del">
          <ac:chgData name="Fatima Pillosu" userId="a6295d4dc9e22643" providerId="LiveId" clId="{87453732-75AC-4426-B5D3-B7C69C2D4F54}" dt="2026-02-03T23:10:31.667" v="259" actId="478"/>
          <ac:spMkLst>
            <pc:docMk/>
            <pc:sldMk cId="3613734767" sldId="257"/>
            <ac:spMk id="187" creationId="{CF07BCBB-3FFA-4EAD-E6D1-6B7400D4B6B5}"/>
          </ac:spMkLst>
        </pc:spChg>
        <pc:grpChg chg="mod">
          <ac:chgData name="Fatima Pillosu" userId="a6295d4dc9e22643" providerId="LiveId" clId="{87453732-75AC-4426-B5D3-B7C69C2D4F54}" dt="2026-02-03T23:13:48.875" v="372" actId="1076"/>
          <ac:grpSpMkLst>
            <pc:docMk/>
            <pc:sldMk cId="3613734767" sldId="257"/>
            <ac:grpSpMk id="3" creationId="{05BB018B-376A-D0F0-2890-337031E862E8}"/>
          </ac:grpSpMkLst>
        </pc:grpChg>
        <pc:picChg chg="add mod">
          <ac:chgData name="Fatima Pillosu" userId="a6295d4dc9e22643" providerId="LiveId" clId="{87453732-75AC-4426-B5D3-B7C69C2D4F54}" dt="2026-02-04T00:09:14.927" v="740" actId="1036"/>
          <ac:picMkLst>
            <pc:docMk/>
            <pc:sldMk cId="3613734767" sldId="257"/>
            <ac:picMk id="2" creationId="{A2DDA11B-F416-B74F-FC53-0DD17ED94431}"/>
          </ac:picMkLst>
        </pc:picChg>
        <pc:picChg chg="add mod">
          <ac:chgData name="Fatima Pillosu" userId="a6295d4dc9e22643" providerId="LiveId" clId="{87453732-75AC-4426-B5D3-B7C69C2D4F54}" dt="2026-02-04T00:09:22.863" v="746" actId="1036"/>
          <ac:picMkLst>
            <pc:docMk/>
            <pc:sldMk cId="3613734767" sldId="257"/>
            <ac:picMk id="4" creationId="{C6A13427-C4BA-DCEF-EAAA-4D063B50F8B4}"/>
          </ac:picMkLst>
        </pc:picChg>
        <pc:picChg chg="add del mod">
          <ac:chgData name="Fatima Pillosu" userId="a6295d4dc9e22643" providerId="LiveId" clId="{87453732-75AC-4426-B5D3-B7C69C2D4F54}" dt="2026-02-04T00:07:58.378" v="731" actId="478"/>
          <ac:picMkLst>
            <pc:docMk/>
            <pc:sldMk cId="3613734767" sldId="257"/>
            <ac:picMk id="8" creationId="{8EA258E9-3AE0-B8D7-2611-9967ADB40271}"/>
          </ac:picMkLst>
        </pc:picChg>
        <pc:picChg chg="mod">
          <ac:chgData name="Fatima Pillosu" userId="a6295d4dc9e22643" providerId="LiveId" clId="{87453732-75AC-4426-B5D3-B7C69C2D4F54}" dt="2026-02-03T23:15:45.987" v="388" actId="12788"/>
          <ac:picMkLst>
            <pc:docMk/>
            <pc:sldMk cId="3613734767" sldId="257"/>
            <ac:picMk id="195" creationId="{F1AF05B8-EA8E-819C-C8EA-08D72CDA34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78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77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79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89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97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62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98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05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25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82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52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B1566-5782-41C1-BF25-CC47B8AC8D4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70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AB68-E101-8254-9468-D9BA916E3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5BB018B-376A-D0F0-2890-337031E862E8}"/>
              </a:ext>
            </a:extLst>
          </p:cNvPr>
          <p:cNvGrpSpPr/>
          <p:nvPr/>
        </p:nvGrpSpPr>
        <p:grpSpPr>
          <a:xfrm>
            <a:off x="5413608" y="343153"/>
            <a:ext cx="556476" cy="5776660"/>
            <a:chOff x="5992730" y="913453"/>
            <a:chExt cx="641522" cy="5949603"/>
          </a:xfrm>
        </p:grpSpPr>
        <p:pic>
          <p:nvPicPr>
            <p:cNvPr id="92" name="Picture 91" descr="A map of the world&#10;&#10;Description automatically generated">
              <a:extLst>
                <a:ext uri="{FF2B5EF4-FFF2-40B4-BE49-F238E27FC236}">
                  <a16:creationId xmlns:a16="http://schemas.microsoft.com/office/drawing/2014/main" id="{8DC67A8A-67A2-FCF1-ACB2-2ED2FC707C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77" t="28811" r="11188" b="67991"/>
            <a:stretch/>
          </p:blipFill>
          <p:spPr>
            <a:xfrm rot="16200000">
              <a:off x="3405478" y="3882732"/>
              <a:ext cx="5585115" cy="173367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E76CAFE-EAE6-19ED-6DA7-B0507C0D0AB0}"/>
                </a:ext>
              </a:extLst>
            </p:cNvPr>
            <p:cNvSpPr txBox="1"/>
            <p:nvPr/>
          </p:nvSpPr>
          <p:spPr>
            <a:xfrm>
              <a:off x="6231578" y="6647612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AD1AC75-A4B1-1312-3447-00642A678B06}"/>
                </a:ext>
              </a:extLst>
            </p:cNvPr>
            <p:cNvSpPr txBox="1"/>
            <p:nvPr/>
          </p:nvSpPr>
          <p:spPr>
            <a:xfrm>
              <a:off x="6231578" y="1113448"/>
              <a:ext cx="2952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inf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C9C12EF-FCFE-1D83-441F-238D2CFD7F01}"/>
                </a:ext>
              </a:extLst>
            </p:cNvPr>
            <p:cNvSpPr txBox="1"/>
            <p:nvPr/>
          </p:nvSpPr>
          <p:spPr>
            <a:xfrm>
              <a:off x="6231578" y="1438987"/>
              <a:ext cx="4026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CC57BBB-B6E3-2598-6430-7DE5035088AE}"/>
                </a:ext>
              </a:extLst>
            </p:cNvPr>
            <p:cNvSpPr txBox="1"/>
            <p:nvPr/>
          </p:nvSpPr>
          <p:spPr>
            <a:xfrm>
              <a:off x="6231578" y="1764526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500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7019F0C-DDCE-51D8-75F9-950B16B936CC}"/>
                </a:ext>
              </a:extLst>
            </p:cNvPr>
            <p:cNvSpPr txBox="1"/>
            <p:nvPr/>
          </p:nvSpPr>
          <p:spPr>
            <a:xfrm>
              <a:off x="6231578" y="2090065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300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26145A3-E254-12EA-DC8F-E87F0AC31886}"/>
                </a:ext>
              </a:extLst>
            </p:cNvPr>
            <p:cNvSpPr txBox="1"/>
            <p:nvPr/>
          </p:nvSpPr>
          <p:spPr>
            <a:xfrm>
              <a:off x="6231578" y="2415604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200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69831AB-73F6-3642-13E7-978134D756CE}"/>
                </a:ext>
              </a:extLst>
            </p:cNvPr>
            <p:cNvSpPr txBox="1"/>
            <p:nvPr/>
          </p:nvSpPr>
          <p:spPr>
            <a:xfrm>
              <a:off x="6231578" y="2741143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150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82B8FE4-DBF6-72D1-8164-478DEED5B6FD}"/>
                </a:ext>
              </a:extLst>
            </p:cNvPr>
            <p:cNvSpPr txBox="1"/>
            <p:nvPr/>
          </p:nvSpPr>
          <p:spPr>
            <a:xfrm>
              <a:off x="6231578" y="3066682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125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829F7AE-975A-81B4-B24F-7CA4BAF8EA99}"/>
                </a:ext>
              </a:extLst>
            </p:cNvPr>
            <p:cNvSpPr txBox="1"/>
            <p:nvPr/>
          </p:nvSpPr>
          <p:spPr>
            <a:xfrm>
              <a:off x="6231578" y="3392221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FC61096-B536-1403-5590-22223E7EBBBD}"/>
                </a:ext>
              </a:extLst>
            </p:cNvPr>
            <p:cNvSpPr txBox="1"/>
            <p:nvPr/>
          </p:nvSpPr>
          <p:spPr>
            <a:xfrm>
              <a:off x="6231578" y="3717760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80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E451037-E1E7-25DF-2DB9-E261B35CA774}"/>
                </a:ext>
              </a:extLst>
            </p:cNvPr>
            <p:cNvSpPr txBox="1"/>
            <p:nvPr/>
          </p:nvSpPr>
          <p:spPr>
            <a:xfrm>
              <a:off x="6231578" y="4043299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60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1580920-B310-B98B-E137-6BE4A3F23BB6}"/>
                </a:ext>
              </a:extLst>
            </p:cNvPr>
            <p:cNvSpPr txBox="1"/>
            <p:nvPr/>
          </p:nvSpPr>
          <p:spPr>
            <a:xfrm>
              <a:off x="6231578" y="4368838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50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0503B28-DE3E-B395-4C8C-0D7058CCC8A8}"/>
                </a:ext>
              </a:extLst>
            </p:cNvPr>
            <p:cNvSpPr txBox="1"/>
            <p:nvPr/>
          </p:nvSpPr>
          <p:spPr>
            <a:xfrm>
              <a:off x="6231578" y="4694377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40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4EAF0E-164A-82FD-16CB-6C6A0FE48653}"/>
                </a:ext>
              </a:extLst>
            </p:cNvPr>
            <p:cNvSpPr txBox="1"/>
            <p:nvPr/>
          </p:nvSpPr>
          <p:spPr>
            <a:xfrm>
              <a:off x="6231578" y="5019916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30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D9919BC-7B48-712A-9F20-BB67239004FC}"/>
                </a:ext>
              </a:extLst>
            </p:cNvPr>
            <p:cNvSpPr txBox="1"/>
            <p:nvPr/>
          </p:nvSpPr>
          <p:spPr>
            <a:xfrm>
              <a:off x="6231578" y="5345455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20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1DE5528-374C-7052-F39E-046E03A21008}"/>
                </a:ext>
              </a:extLst>
            </p:cNvPr>
            <p:cNvSpPr txBox="1"/>
            <p:nvPr/>
          </p:nvSpPr>
          <p:spPr>
            <a:xfrm>
              <a:off x="6231578" y="5670994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4619E5C-1D44-F2CC-11BD-26EB2B03B957}"/>
                </a:ext>
              </a:extLst>
            </p:cNvPr>
            <p:cNvSpPr txBox="1"/>
            <p:nvPr/>
          </p:nvSpPr>
          <p:spPr>
            <a:xfrm>
              <a:off x="6231578" y="5996533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C63952B-CDE9-F650-36D4-FD660F5A8E98}"/>
                </a:ext>
              </a:extLst>
            </p:cNvPr>
            <p:cNvSpPr txBox="1"/>
            <p:nvPr/>
          </p:nvSpPr>
          <p:spPr>
            <a:xfrm>
              <a:off x="6231578" y="6322072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2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0870D64-0CFA-09B6-354B-F5F378B2170F}"/>
                </a:ext>
              </a:extLst>
            </p:cNvPr>
            <p:cNvSpPr txBox="1"/>
            <p:nvPr/>
          </p:nvSpPr>
          <p:spPr>
            <a:xfrm>
              <a:off x="5992730" y="913453"/>
              <a:ext cx="561373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mm/24h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872AE1AD-816C-078A-1385-FC9E158A2FC1}"/>
              </a:ext>
            </a:extLst>
          </p:cNvPr>
          <p:cNvSpPr txBox="1"/>
          <p:nvPr/>
        </p:nvSpPr>
        <p:spPr>
          <a:xfrm>
            <a:off x="216294" y="870169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EC6D4B3-C3B2-18F8-4A7E-06BE3BD4082C}"/>
              </a:ext>
            </a:extLst>
          </p:cNvPr>
          <p:cNvSpPr txBox="1"/>
          <p:nvPr/>
        </p:nvSpPr>
        <p:spPr>
          <a:xfrm>
            <a:off x="216294" y="1246271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07D3CD2-E95F-79AA-48DD-4F067429BE54}"/>
              </a:ext>
            </a:extLst>
          </p:cNvPr>
          <p:cNvSpPr txBox="1"/>
          <p:nvPr/>
        </p:nvSpPr>
        <p:spPr>
          <a:xfrm>
            <a:off x="270796" y="1622373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AB919BE-F6F9-7E2A-43AB-4BF37B4FF87D}"/>
              </a:ext>
            </a:extLst>
          </p:cNvPr>
          <p:cNvSpPr txBox="1"/>
          <p:nvPr/>
        </p:nvSpPr>
        <p:spPr>
          <a:xfrm>
            <a:off x="230722" y="199847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723B5DE-0CAC-C5D9-A599-03399813A69E}"/>
              </a:ext>
            </a:extLst>
          </p:cNvPr>
          <p:cNvSpPr txBox="1"/>
          <p:nvPr/>
        </p:nvSpPr>
        <p:spPr>
          <a:xfrm>
            <a:off x="230722" y="2374577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CD403F7-6A9B-0D9D-BCC3-B908E5FFBE08}"/>
              </a:ext>
            </a:extLst>
          </p:cNvPr>
          <p:cNvSpPr txBox="1"/>
          <p:nvPr/>
        </p:nvSpPr>
        <p:spPr>
          <a:xfrm>
            <a:off x="1098193" y="2837228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2FAEF4-F714-5487-9F67-EAB784A3D721}"/>
              </a:ext>
            </a:extLst>
          </p:cNvPr>
          <p:cNvSpPr txBox="1"/>
          <p:nvPr/>
        </p:nvSpPr>
        <p:spPr>
          <a:xfrm>
            <a:off x="1879296" y="2837228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4BBBF48-B085-2E2E-B8A4-AFB6CABE7336}"/>
              </a:ext>
            </a:extLst>
          </p:cNvPr>
          <p:cNvSpPr txBox="1"/>
          <p:nvPr/>
        </p:nvSpPr>
        <p:spPr>
          <a:xfrm>
            <a:off x="2673114" y="2837228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7C24BE7-6CD9-C98C-031F-CA1F3276DAF0}"/>
              </a:ext>
            </a:extLst>
          </p:cNvPr>
          <p:cNvSpPr txBox="1"/>
          <p:nvPr/>
        </p:nvSpPr>
        <p:spPr>
          <a:xfrm>
            <a:off x="3397230" y="2837228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747C59A-7E1C-1B03-32EB-F7610E664D11}"/>
              </a:ext>
            </a:extLst>
          </p:cNvPr>
          <p:cNvSpPr txBox="1"/>
          <p:nvPr/>
        </p:nvSpPr>
        <p:spPr>
          <a:xfrm>
            <a:off x="4125388" y="2837228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5329614-4A4F-790F-0112-AB3E1B285145}"/>
              </a:ext>
            </a:extLst>
          </p:cNvPr>
          <p:cNvSpPr txBox="1"/>
          <p:nvPr/>
        </p:nvSpPr>
        <p:spPr>
          <a:xfrm>
            <a:off x="-68170" y="-31190"/>
            <a:ext cx="6642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10-year return period for 24-hourly total precipitation [mm/24h]</a:t>
            </a:r>
          </a:p>
          <a:p>
            <a:r>
              <a:rPr lang="en-US" sz="1000" dirty="0">
                <a:solidFill>
                  <a:srgbClr val="1E90FF"/>
                </a:solidFill>
                <a:latin typeface="Aptos" panose="020B0004020202020204" pitchFamily="34" charset="0"/>
              </a:rPr>
              <a:t>Piecharts: percentage of NWP-modelled estimates exceeding the corresponding observed ones</a:t>
            </a:r>
            <a:endParaRPr lang="en-GB" sz="10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4B9D816-953F-E729-0D36-9BA91DDDB1AA}"/>
              </a:ext>
            </a:extLst>
          </p:cNvPr>
          <p:cNvSpPr txBox="1"/>
          <p:nvPr/>
        </p:nvSpPr>
        <p:spPr>
          <a:xfrm>
            <a:off x="-68170" y="373468"/>
            <a:ext cx="51846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(a) Rain gauge observations (point scale), only rain gauges with at least 75% of valid record in the 20-year period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7989FEB-1A36-C2C5-5CD1-978E4E7DE5FD}"/>
              </a:ext>
            </a:extLst>
          </p:cNvPr>
          <p:cNvSpPr txBox="1"/>
          <p:nvPr/>
        </p:nvSpPr>
        <p:spPr>
          <a:xfrm>
            <a:off x="-68170" y="3044765"/>
            <a:ext cx="321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ERA5 – EDA (62 km)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B215549-0099-BCE4-4289-61EDD74383B3}"/>
              </a:ext>
            </a:extLst>
          </p:cNvPr>
          <p:cNvSpPr txBox="1"/>
          <p:nvPr/>
        </p:nvSpPr>
        <p:spPr>
          <a:xfrm>
            <a:off x="2781059" y="3044765"/>
            <a:ext cx="321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(c) ERA5 (31 km)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95" name="Picture 194" descr="A map of the world&#10;&#10;Description automatically generated">
            <a:extLst>
              <a:ext uri="{FF2B5EF4-FFF2-40B4-BE49-F238E27FC236}">
                <a16:creationId xmlns:a16="http://schemas.microsoft.com/office/drawing/2014/main" id="{F1AF05B8-EA8E-819C-C8EA-08D72CDA3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8" t="34617" r="7369" b="4742"/>
          <a:stretch/>
        </p:blipFill>
        <p:spPr>
          <a:xfrm>
            <a:off x="582941" y="590780"/>
            <a:ext cx="4533514" cy="22777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A13427-C4BA-DCEF-EAAA-4D063B50F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09" y="3227140"/>
            <a:ext cx="5143979" cy="12832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152FCC-7A27-FEFE-9022-F65FB4ED7B10}"/>
              </a:ext>
            </a:extLst>
          </p:cNvPr>
          <p:cNvSpPr txBox="1"/>
          <p:nvPr/>
        </p:nvSpPr>
        <p:spPr>
          <a:xfrm>
            <a:off x="-68170" y="4506169"/>
            <a:ext cx="321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(d) ECMWF Reforecasts - 46r1 (18 km)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B45F3-F260-182F-A6AD-DB9D9ACA225B}"/>
              </a:ext>
            </a:extLst>
          </p:cNvPr>
          <p:cNvSpPr txBox="1"/>
          <p:nvPr/>
        </p:nvSpPr>
        <p:spPr>
          <a:xfrm>
            <a:off x="2781059" y="4506169"/>
            <a:ext cx="321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(e) ERA5 – ecPoint (point-scale in ERA’s 31 km grid)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A1C87-D1DB-D1CE-EA66-3D643115C342}"/>
              </a:ext>
            </a:extLst>
          </p:cNvPr>
          <p:cNvSpPr txBox="1"/>
          <p:nvPr/>
        </p:nvSpPr>
        <p:spPr>
          <a:xfrm>
            <a:off x="-75992" y="4815964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4B2A2-C6E0-4A9C-B6D1-11A8E9B9F978}"/>
              </a:ext>
            </a:extLst>
          </p:cNvPr>
          <p:cNvSpPr txBox="1"/>
          <p:nvPr/>
        </p:nvSpPr>
        <p:spPr>
          <a:xfrm>
            <a:off x="-75992" y="502245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5A33F-808A-A717-E79B-B2B8D8D1D011}"/>
              </a:ext>
            </a:extLst>
          </p:cNvPr>
          <p:cNvSpPr txBox="1"/>
          <p:nvPr/>
        </p:nvSpPr>
        <p:spPr>
          <a:xfrm>
            <a:off x="-75992" y="5225378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72BF5-7D6E-7556-217F-B7DEC6AD43F0}"/>
              </a:ext>
            </a:extLst>
          </p:cNvPr>
          <p:cNvSpPr txBox="1"/>
          <p:nvPr/>
        </p:nvSpPr>
        <p:spPr>
          <a:xfrm>
            <a:off x="-75992" y="544609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36AAEB-E1C2-4801-68A1-CA38AB41C0C2}"/>
              </a:ext>
            </a:extLst>
          </p:cNvPr>
          <p:cNvSpPr txBox="1"/>
          <p:nvPr/>
        </p:nvSpPr>
        <p:spPr>
          <a:xfrm>
            <a:off x="-75992" y="565614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6C859C-D7CD-1470-2C2C-25E047A4AB2C}"/>
              </a:ext>
            </a:extLst>
          </p:cNvPr>
          <p:cNvSpPr txBox="1"/>
          <p:nvPr/>
        </p:nvSpPr>
        <p:spPr>
          <a:xfrm>
            <a:off x="459896" y="5928480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823E2B-66E9-297B-7BA7-CB8AF81E9AA5}"/>
              </a:ext>
            </a:extLst>
          </p:cNvPr>
          <p:cNvSpPr txBox="1"/>
          <p:nvPr/>
        </p:nvSpPr>
        <p:spPr>
          <a:xfrm>
            <a:off x="913481" y="5928480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632492-795A-6FAD-DF76-D34F81F71798}"/>
              </a:ext>
            </a:extLst>
          </p:cNvPr>
          <p:cNvSpPr txBox="1"/>
          <p:nvPr/>
        </p:nvSpPr>
        <p:spPr>
          <a:xfrm>
            <a:off x="1378854" y="5928480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F65F1-8519-1237-5074-EDA993B2214A}"/>
              </a:ext>
            </a:extLst>
          </p:cNvPr>
          <p:cNvSpPr txBox="1"/>
          <p:nvPr/>
        </p:nvSpPr>
        <p:spPr>
          <a:xfrm>
            <a:off x="1772400" y="592848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054F33-6A4E-38C0-B23C-3589F68E4EF0}"/>
              </a:ext>
            </a:extLst>
          </p:cNvPr>
          <p:cNvSpPr txBox="1"/>
          <p:nvPr/>
        </p:nvSpPr>
        <p:spPr>
          <a:xfrm>
            <a:off x="2164844" y="5928480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4AA2A4-A718-1E61-CBDE-9E2F16B29237}"/>
              </a:ext>
            </a:extLst>
          </p:cNvPr>
          <p:cNvSpPr txBox="1"/>
          <p:nvPr/>
        </p:nvSpPr>
        <p:spPr>
          <a:xfrm>
            <a:off x="3048373" y="5928480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A8DE07-95FD-DA6C-E836-A208AC21C75B}"/>
              </a:ext>
            </a:extLst>
          </p:cNvPr>
          <p:cNvSpPr txBox="1"/>
          <p:nvPr/>
        </p:nvSpPr>
        <p:spPr>
          <a:xfrm>
            <a:off x="3501958" y="5928480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4D12BC-D76B-B8ED-4430-ADED15D997E8}"/>
              </a:ext>
            </a:extLst>
          </p:cNvPr>
          <p:cNvSpPr txBox="1"/>
          <p:nvPr/>
        </p:nvSpPr>
        <p:spPr>
          <a:xfrm>
            <a:off x="3967331" y="5928480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B55593-3B8D-6F6B-3FB4-A2B0E76CEBFA}"/>
              </a:ext>
            </a:extLst>
          </p:cNvPr>
          <p:cNvSpPr txBox="1"/>
          <p:nvPr/>
        </p:nvSpPr>
        <p:spPr>
          <a:xfrm>
            <a:off x="4360877" y="592848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2196D5-44AD-4FF6-F43A-DD51E2912039}"/>
              </a:ext>
            </a:extLst>
          </p:cNvPr>
          <p:cNvSpPr txBox="1"/>
          <p:nvPr/>
        </p:nvSpPr>
        <p:spPr>
          <a:xfrm>
            <a:off x="4753321" y="5928480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CF53E5-92CA-5A5E-6791-1AA402F85E4B}"/>
              </a:ext>
            </a:extLst>
          </p:cNvPr>
          <p:cNvSpPr txBox="1"/>
          <p:nvPr/>
        </p:nvSpPr>
        <p:spPr>
          <a:xfrm>
            <a:off x="-75992" y="3345887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CFC1D1-966E-9FD7-AAB4-C01BD3F94A36}"/>
              </a:ext>
            </a:extLst>
          </p:cNvPr>
          <p:cNvSpPr txBox="1"/>
          <p:nvPr/>
        </p:nvSpPr>
        <p:spPr>
          <a:xfrm>
            <a:off x="-75992" y="3552373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8BF67D-07FC-E248-8DD6-8DDF3F9817B4}"/>
              </a:ext>
            </a:extLst>
          </p:cNvPr>
          <p:cNvSpPr txBox="1"/>
          <p:nvPr/>
        </p:nvSpPr>
        <p:spPr>
          <a:xfrm>
            <a:off x="-75992" y="3755301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66D814-61EB-047F-4D84-AB58B214C8EB}"/>
              </a:ext>
            </a:extLst>
          </p:cNvPr>
          <p:cNvSpPr txBox="1"/>
          <p:nvPr/>
        </p:nvSpPr>
        <p:spPr>
          <a:xfrm>
            <a:off x="-75992" y="3976019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E2BF87-00B9-4CA5-C4F6-B7A352BE569A}"/>
              </a:ext>
            </a:extLst>
          </p:cNvPr>
          <p:cNvSpPr txBox="1"/>
          <p:nvPr/>
        </p:nvSpPr>
        <p:spPr>
          <a:xfrm>
            <a:off x="-75992" y="41860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DDA11B-F416-B74F-FC53-0DD17ED94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796" y="4673854"/>
            <a:ext cx="5142812" cy="12816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235CFA-1295-6040-F0B1-6213F730566C}"/>
              </a:ext>
            </a:extLst>
          </p:cNvPr>
          <p:cNvSpPr txBox="1"/>
          <p:nvPr/>
        </p:nvSpPr>
        <p:spPr>
          <a:xfrm>
            <a:off x="312056" y="3644606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3.47%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CF35C2-2B4D-5E8A-977D-51474F934E5F}"/>
              </a:ext>
            </a:extLst>
          </p:cNvPr>
          <p:cNvSpPr txBox="1"/>
          <p:nvPr/>
        </p:nvSpPr>
        <p:spPr>
          <a:xfrm>
            <a:off x="576428" y="4032865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3.33%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7F894-0E98-5152-5E16-DE12099F8A67}"/>
              </a:ext>
            </a:extLst>
          </p:cNvPr>
          <p:cNvSpPr txBox="1"/>
          <p:nvPr/>
        </p:nvSpPr>
        <p:spPr>
          <a:xfrm>
            <a:off x="1038414" y="3601875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1.55%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34C7D8-FB8C-8E4E-6E9C-C545B9C9B706}"/>
              </a:ext>
            </a:extLst>
          </p:cNvPr>
          <p:cNvSpPr txBox="1"/>
          <p:nvPr/>
        </p:nvSpPr>
        <p:spPr>
          <a:xfrm>
            <a:off x="1248160" y="4032865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3.54%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0CA514-37F8-ABA1-0480-39805F95E26D}"/>
              </a:ext>
            </a:extLst>
          </p:cNvPr>
          <p:cNvSpPr txBox="1"/>
          <p:nvPr/>
        </p:nvSpPr>
        <p:spPr>
          <a:xfrm>
            <a:off x="2424463" y="3657997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3.94%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330A33-6E45-0048-8D6D-D89BFDF4C1CF}"/>
              </a:ext>
            </a:extLst>
          </p:cNvPr>
          <p:cNvSpPr txBox="1"/>
          <p:nvPr/>
        </p:nvSpPr>
        <p:spPr>
          <a:xfrm>
            <a:off x="1976943" y="4083741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4.27%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0F9FEF-8958-6B24-2572-774155AC86FB}"/>
              </a:ext>
            </a:extLst>
          </p:cNvPr>
          <p:cNvSpPr txBox="1"/>
          <p:nvPr/>
        </p:nvSpPr>
        <p:spPr>
          <a:xfrm>
            <a:off x="2886449" y="3621136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5.78%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BC7F93-A6C9-6A77-0154-0FE7F7743B0D}"/>
              </a:ext>
            </a:extLst>
          </p:cNvPr>
          <p:cNvSpPr txBox="1"/>
          <p:nvPr/>
        </p:nvSpPr>
        <p:spPr>
          <a:xfrm>
            <a:off x="3166237" y="4027272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7.67%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6BA967-1449-B19C-3664-D56311A4881C}"/>
              </a:ext>
            </a:extLst>
          </p:cNvPr>
          <p:cNvSpPr txBox="1"/>
          <p:nvPr/>
        </p:nvSpPr>
        <p:spPr>
          <a:xfrm>
            <a:off x="3609094" y="3610576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3.16%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7B5B8C-FA50-B6E2-F0C4-92CF47BDE12E}"/>
              </a:ext>
            </a:extLst>
          </p:cNvPr>
          <p:cNvSpPr txBox="1"/>
          <p:nvPr/>
        </p:nvSpPr>
        <p:spPr>
          <a:xfrm>
            <a:off x="3819066" y="4035629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5.31%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4115E0-3246-EC3D-9C4E-742642B3440E}"/>
              </a:ext>
            </a:extLst>
          </p:cNvPr>
          <p:cNvSpPr txBox="1"/>
          <p:nvPr/>
        </p:nvSpPr>
        <p:spPr>
          <a:xfrm>
            <a:off x="5014152" y="3657997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5.61%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03C2B2-76E3-B734-E776-20F68CE1A725}"/>
              </a:ext>
            </a:extLst>
          </p:cNvPr>
          <p:cNvSpPr txBox="1"/>
          <p:nvPr/>
        </p:nvSpPr>
        <p:spPr>
          <a:xfrm>
            <a:off x="4556156" y="4082083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8.13%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0CC77A-0C8F-A9D9-BDAD-CD3E33DCB230}"/>
              </a:ext>
            </a:extLst>
          </p:cNvPr>
          <p:cNvSpPr txBox="1"/>
          <p:nvPr/>
        </p:nvSpPr>
        <p:spPr>
          <a:xfrm>
            <a:off x="2822757" y="5100132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67.63%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C4EFFF-CB25-B85A-0629-7430E6F783E2}"/>
              </a:ext>
            </a:extLst>
          </p:cNvPr>
          <p:cNvSpPr txBox="1"/>
          <p:nvPr/>
        </p:nvSpPr>
        <p:spPr>
          <a:xfrm>
            <a:off x="2948379" y="5325488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46.00%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EC3451-6E8A-D526-C3F6-0701D3FC74A7}"/>
              </a:ext>
            </a:extLst>
          </p:cNvPr>
          <p:cNvSpPr txBox="1"/>
          <p:nvPr/>
        </p:nvSpPr>
        <p:spPr>
          <a:xfrm>
            <a:off x="3545625" y="5032887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65.14%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FAAEA1-A1D8-9538-DD5E-664B48510042}"/>
              </a:ext>
            </a:extLst>
          </p:cNvPr>
          <p:cNvSpPr txBox="1"/>
          <p:nvPr/>
        </p:nvSpPr>
        <p:spPr>
          <a:xfrm>
            <a:off x="3791815" y="5469706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37.76%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B7E8BF-6040-2634-0A69-A07848E46CF0}"/>
              </a:ext>
            </a:extLst>
          </p:cNvPr>
          <p:cNvSpPr txBox="1"/>
          <p:nvPr/>
        </p:nvSpPr>
        <p:spPr>
          <a:xfrm>
            <a:off x="4950092" y="5116846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61.79%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844F99-8226-C4FF-3803-07BFB4CA2ACD}"/>
              </a:ext>
            </a:extLst>
          </p:cNvPr>
          <p:cNvSpPr txBox="1"/>
          <p:nvPr/>
        </p:nvSpPr>
        <p:spPr>
          <a:xfrm>
            <a:off x="4468627" y="5543487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69.56%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C9AA82-B1DD-CE17-438B-285683A2A7D4}"/>
              </a:ext>
            </a:extLst>
          </p:cNvPr>
          <p:cNvSpPr txBox="1"/>
          <p:nvPr/>
        </p:nvSpPr>
        <p:spPr>
          <a:xfrm>
            <a:off x="285397" y="5058259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7.51%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E1CB9F-196C-A33A-3488-DA8464A46012}"/>
              </a:ext>
            </a:extLst>
          </p:cNvPr>
          <p:cNvSpPr txBox="1"/>
          <p:nvPr/>
        </p:nvSpPr>
        <p:spPr>
          <a:xfrm>
            <a:off x="582941" y="5468119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2.33%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CFB7EF-0139-0B74-8D42-119F3A295EB2}"/>
              </a:ext>
            </a:extLst>
          </p:cNvPr>
          <p:cNvSpPr txBox="1"/>
          <p:nvPr/>
        </p:nvSpPr>
        <p:spPr>
          <a:xfrm>
            <a:off x="1017167" y="5031408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3.55%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1C0926-FCAD-84AE-58E0-61A04006E733}"/>
              </a:ext>
            </a:extLst>
          </p:cNvPr>
          <p:cNvSpPr txBox="1"/>
          <p:nvPr/>
        </p:nvSpPr>
        <p:spPr>
          <a:xfrm>
            <a:off x="1195491" y="5455176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7.67%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7E542B-DA69-5379-EF91-BD404A2D8B85}"/>
              </a:ext>
            </a:extLst>
          </p:cNvPr>
          <p:cNvSpPr txBox="1"/>
          <p:nvPr/>
        </p:nvSpPr>
        <p:spPr>
          <a:xfrm>
            <a:off x="2397439" y="5092995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7.01%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2F0B89-6E40-5A13-E7CD-2E866065F2EC}"/>
              </a:ext>
            </a:extLst>
          </p:cNvPr>
          <p:cNvSpPr txBox="1"/>
          <p:nvPr/>
        </p:nvSpPr>
        <p:spPr>
          <a:xfrm>
            <a:off x="1867531" y="5540932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11.29%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734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250</Words>
  <Application>Microsoft Office PowerPoint</Application>
  <PresentationFormat>Custom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2024-04-26T21:10:47Z</dcterms:created>
  <dcterms:modified xsi:type="dcterms:W3CDTF">2026-02-04T00:11:44Z</dcterms:modified>
</cp:coreProperties>
</file>