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300"/>
    <a:srgbClr val="FF0066"/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1F425-66D2-4759-ACAD-5E0B0275AB71}" v="2" dt="2026-02-03T17:14:05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modSld">
      <pc:chgData name="Fatima Pillosu" userId="a6295d4dc9e22643" providerId="LiveId" clId="{87453732-75AC-4426-B5D3-B7C69C2D4F54}" dt="2026-02-03T17:14:05.011" v="1"/>
      <pc:docMkLst>
        <pc:docMk/>
      </pc:docMkLst>
      <pc:sldChg chg="addSp delSp modSp mod">
        <pc:chgData name="Fatima Pillosu" userId="a6295d4dc9e22643" providerId="LiveId" clId="{87453732-75AC-4426-B5D3-B7C69C2D4F54}" dt="2026-02-03T17:14:05.011" v="1"/>
        <pc:sldMkLst>
          <pc:docMk/>
          <pc:sldMk cId="1564045347" sldId="257"/>
        </pc:sldMkLst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8" creationId="{4F8CCB1E-88E4-1CBC-D86A-A4996B65CF5B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21" creationId="{E41EE540-2E01-FE4E-E457-FFB07F181EEC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62" creationId="{CE6B8D1B-E5B6-A929-36D3-A1AB57DACA5A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201" creationId="{A9489243-EC5F-4561-0480-CF1B0483A60D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18" creationId="{6718E217-ACEB-0548-025D-F43363F4E0D8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41" creationId="{9D348241-05BB-0509-7E30-E0456B81780A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43" creationId="{97AF1A57-A62D-90E7-A562-7D82C2A66955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56" creationId="{D197C124-5402-B0D4-6095-3D981D2EBA45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79" creationId="{9E15CD34-1925-8AB3-83E4-17F16A40AFCB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89" creationId="{34D8F273-6B88-1F6F-CB3E-F010E31F69E2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93" creationId="{FB1DE1FF-1195-2248-31B3-B2A61E0F0278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0" creationId="{238738B0-F66B-9337-17BB-B8DF98E11787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4" creationId="{C331E31D-AA58-074F-8DB2-C07A80088ECD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10" creationId="{D410F8FC-FD7E-B965-43C0-C073BA38FDEA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19" creationId="{F818CBF6-D1F1-F81B-69C9-BBCAA6A97D45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24" creationId="{B20CF3B4-062E-2B20-D8CC-0947363FE49F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25" creationId="{676F5C26-663F-E6BB-FE9C-99AA181419C6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1" creationId="{C331E31D-AA58-074F-8DB2-C07A80088ECD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5" creationId="{591900DA-D706-1947-F6C7-19E81C533DE9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7" creationId="{D410F8FC-FD7E-B965-43C0-C073BA38FD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18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5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7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09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11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82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5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9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04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4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3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5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11FA8-37B7-CD62-A248-A3384B878CBF}"/>
              </a:ext>
            </a:extLst>
          </p:cNvPr>
          <p:cNvCxnSpPr>
            <a:cxnSpLocks/>
          </p:cNvCxnSpPr>
          <p:nvPr/>
        </p:nvCxnSpPr>
        <p:spPr>
          <a:xfrm>
            <a:off x="413814" y="8712051"/>
            <a:ext cx="5949504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784AAA-16B4-2583-AF4E-02601E8FD11A}"/>
              </a:ext>
            </a:extLst>
          </p:cNvPr>
          <p:cNvCxnSpPr>
            <a:cxnSpLocks/>
          </p:cNvCxnSpPr>
          <p:nvPr/>
        </p:nvCxnSpPr>
        <p:spPr>
          <a:xfrm>
            <a:off x="407110" y="7534901"/>
            <a:ext cx="59562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D6ED02E-CF41-1D5D-A32B-8106A97E9751}"/>
              </a:ext>
            </a:extLst>
          </p:cNvPr>
          <p:cNvCxnSpPr>
            <a:cxnSpLocks/>
            <a:stCxn id="304" idx="1"/>
            <a:endCxn id="304" idx="3"/>
          </p:cNvCxnSpPr>
          <p:nvPr/>
        </p:nvCxnSpPr>
        <p:spPr>
          <a:xfrm>
            <a:off x="407111" y="8126629"/>
            <a:ext cx="5956207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3801E778-1042-1D2D-9588-FF3E2388BC3B}"/>
              </a:ext>
            </a:extLst>
          </p:cNvPr>
          <p:cNvSpPr txBox="1"/>
          <p:nvPr/>
        </p:nvSpPr>
        <p:spPr>
          <a:xfrm>
            <a:off x="48257" y="915540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F8CCB1E-88E4-1CBC-D86A-A4996B65CF5B}"/>
              </a:ext>
            </a:extLst>
          </p:cNvPr>
          <p:cNvSpPr txBox="1"/>
          <p:nvPr/>
        </p:nvSpPr>
        <p:spPr>
          <a:xfrm>
            <a:off x="48257" y="8003518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ACA87E-04C9-15FA-CE1A-6978465570CF}"/>
              </a:ext>
            </a:extLst>
          </p:cNvPr>
          <p:cNvSpPr txBox="1"/>
          <p:nvPr/>
        </p:nvSpPr>
        <p:spPr>
          <a:xfrm>
            <a:off x="48257" y="6852028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242A03-FC76-0D57-DBB1-BD9B115DEE1D}"/>
              </a:ext>
            </a:extLst>
          </p:cNvPr>
          <p:cNvSpPr txBox="1"/>
          <p:nvPr/>
        </p:nvSpPr>
        <p:spPr>
          <a:xfrm>
            <a:off x="48257" y="7406348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718E217-ACEB-0548-025D-F43363F4E0D8}"/>
              </a:ext>
            </a:extLst>
          </p:cNvPr>
          <p:cNvSpPr txBox="1"/>
          <p:nvPr/>
        </p:nvSpPr>
        <p:spPr>
          <a:xfrm>
            <a:off x="48257" y="858750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19" name="Freeform: Shape 218">
            <a:extLst>
              <a:ext uri="{FF2B5EF4-FFF2-40B4-BE49-F238E27FC236}">
                <a16:creationId xmlns:a16="http://schemas.microsoft.com/office/drawing/2014/main" id="{7C3C0CCB-590A-B3BE-1D40-3CEE15B83BDB}"/>
              </a:ext>
            </a:extLst>
          </p:cNvPr>
          <p:cNvSpPr/>
          <p:nvPr/>
        </p:nvSpPr>
        <p:spPr>
          <a:xfrm>
            <a:off x="425280" y="802247"/>
            <a:ext cx="2565583" cy="2430725"/>
          </a:xfrm>
          <a:custGeom>
            <a:avLst/>
            <a:gdLst>
              <a:gd name="connsiteX0" fmla="*/ 0 w 2565583"/>
              <a:gd name="connsiteY0" fmla="*/ 2430725 h 2430725"/>
              <a:gd name="connsiteX1" fmla="*/ 3289 w 2565583"/>
              <a:gd name="connsiteY1" fmla="*/ 1835378 h 2430725"/>
              <a:gd name="connsiteX2" fmla="*/ 19735 w 2565583"/>
              <a:gd name="connsiteY2" fmla="*/ 1424227 h 2430725"/>
              <a:gd name="connsiteX3" fmla="*/ 49338 w 2565583"/>
              <a:gd name="connsiteY3" fmla="*/ 1177536 h 2430725"/>
              <a:gd name="connsiteX4" fmla="*/ 88809 w 2565583"/>
              <a:gd name="connsiteY4" fmla="*/ 967027 h 2430725"/>
              <a:gd name="connsiteX5" fmla="*/ 177617 w 2565583"/>
              <a:gd name="connsiteY5" fmla="*/ 756518 h 2430725"/>
              <a:gd name="connsiteX6" fmla="*/ 299318 w 2565583"/>
              <a:gd name="connsiteY6" fmla="*/ 565744 h 2430725"/>
              <a:gd name="connsiteX7" fmla="*/ 467067 w 2565583"/>
              <a:gd name="connsiteY7" fmla="*/ 368391 h 2430725"/>
              <a:gd name="connsiteX8" fmla="*/ 601925 w 2565583"/>
              <a:gd name="connsiteY8" fmla="*/ 246690 h 2430725"/>
              <a:gd name="connsiteX9" fmla="*/ 766385 w 2565583"/>
              <a:gd name="connsiteY9" fmla="*/ 144725 h 2430725"/>
              <a:gd name="connsiteX10" fmla="*/ 980184 w 2565583"/>
              <a:gd name="connsiteY10" fmla="*/ 82230 h 2430725"/>
              <a:gd name="connsiteX11" fmla="*/ 1213718 w 2565583"/>
              <a:gd name="connsiteY11" fmla="*/ 32892 h 2430725"/>
              <a:gd name="connsiteX12" fmla="*/ 1598555 w 2565583"/>
              <a:gd name="connsiteY12" fmla="*/ 13157 h 2430725"/>
              <a:gd name="connsiteX13" fmla="*/ 1947211 w 2565583"/>
              <a:gd name="connsiteY13" fmla="*/ 16446 h 2430725"/>
              <a:gd name="connsiteX14" fmla="*/ 2565583 w 2565583"/>
              <a:gd name="connsiteY14" fmla="*/ 0 h 2430725"/>
              <a:gd name="connsiteX15" fmla="*/ 809145 w 2565583"/>
              <a:gd name="connsiteY15" fmla="*/ 0 h 2430725"/>
              <a:gd name="connsiteX16" fmla="*/ 654552 w 2565583"/>
              <a:gd name="connsiteY16" fmla="*/ 69073 h 2430725"/>
              <a:gd name="connsiteX17" fmla="*/ 532852 w 2565583"/>
              <a:gd name="connsiteY17" fmla="*/ 174328 h 2430725"/>
              <a:gd name="connsiteX18" fmla="*/ 447332 w 2565583"/>
              <a:gd name="connsiteY18" fmla="*/ 305896 h 2430725"/>
              <a:gd name="connsiteX19" fmla="*/ 348656 w 2565583"/>
              <a:gd name="connsiteY19" fmla="*/ 490092 h 2430725"/>
              <a:gd name="connsiteX20" fmla="*/ 286161 w 2565583"/>
              <a:gd name="connsiteY20" fmla="*/ 710469 h 2430725"/>
              <a:gd name="connsiteX21" fmla="*/ 217088 w 2565583"/>
              <a:gd name="connsiteY21" fmla="*/ 960449 h 2430725"/>
              <a:gd name="connsiteX22" fmla="*/ 151303 w 2565583"/>
              <a:gd name="connsiteY22" fmla="*/ 1220296 h 2430725"/>
              <a:gd name="connsiteX23" fmla="*/ 124990 w 2565583"/>
              <a:gd name="connsiteY23" fmla="*/ 1368311 h 2430725"/>
              <a:gd name="connsiteX24" fmla="*/ 78941 w 2565583"/>
              <a:gd name="connsiteY24" fmla="*/ 1654472 h 2430725"/>
              <a:gd name="connsiteX25" fmla="*/ 46049 w 2565583"/>
              <a:gd name="connsiteY25" fmla="*/ 1888006 h 2430725"/>
              <a:gd name="connsiteX26" fmla="*/ 23024 w 2565583"/>
              <a:gd name="connsiteY26" fmla="*/ 2161010 h 2430725"/>
              <a:gd name="connsiteX27" fmla="*/ 0 w 2565583"/>
              <a:gd name="connsiteY27" fmla="*/ 2430725 h 24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5583" h="2430725">
                <a:moveTo>
                  <a:pt x="0" y="2430725"/>
                </a:moveTo>
                <a:cubicBezTo>
                  <a:pt x="1096" y="2232276"/>
                  <a:pt x="2193" y="2033827"/>
                  <a:pt x="3289" y="1835378"/>
                </a:cubicBezTo>
                <a:lnTo>
                  <a:pt x="19735" y="1424227"/>
                </a:lnTo>
                <a:lnTo>
                  <a:pt x="49338" y="1177536"/>
                </a:lnTo>
                <a:lnTo>
                  <a:pt x="88809" y="967027"/>
                </a:lnTo>
                <a:lnTo>
                  <a:pt x="177617" y="756518"/>
                </a:lnTo>
                <a:lnTo>
                  <a:pt x="299318" y="565744"/>
                </a:lnTo>
                <a:lnTo>
                  <a:pt x="467067" y="368391"/>
                </a:lnTo>
                <a:lnTo>
                  <a:pt x="601925" y="246690"/>
                </a:lnTo>
                <a:lnTo>
                  <a:pt x="766385" y="144725"/>
                </a:lnTo>
                <a:lnTo>
                  <a:pt x="980184" y="82230"/>
                </a:lnTo>
                <a:lnTo>
                  <a:pt x="1213718" y="32892"/>
                </a:lnTo>
                <a:lnTo>
                  <a:pt x="1598555" y="13157"/>
                </a:lnTo>
                <a:lnTo>
                  <a:pt x="1947211" y="16446"/>
                </a:lnTo>
                <a:lnTo>
                  <a:pt x="2565583" y="0"/>
                </a:lnTo>
                <a:lnTo>
                  <a:pt x="809145" y="0"/>
                </a:lnTo>
                <a:lnTo>
                  <a:pt x="654552" y="69073"/>
                </a:lnTo>
                <a:lnTo>
                  <a:pt x="532852" y="174328"/>
                </a:lnTo>
                <a:lnTo>
                  <a:pt x="447332" y="305896"/>
                </a:lnTo>
                <a:lnTo>
                  <a:pt x="348656" y="490092"/>
                </a:lnTo>
                <a:lnTo>
                  <a:pt x="286161" y="710469"/>
                </a:lnTo>
                <a:lnTo>
                  <a:pt x="217088" y="960449"/>
                </a:lnTo>
                <a:lnTo>
                  <a:pt x="151303" y="1220296"/>
                </a:lnTo>
                <a:lnTo>
                  <a:pt x="124990" y="1368311"/>
                </a:lnTo>
                <a:lnTo>
                  <a:pt x="78941" y="1654472"/>
                </a:lnTo>
                <a:lnTo>
                  <a:pt x="46049" y="1888006"/>
                </a:lnTo>
                <a:lnTo>
                  <a:pt x="23024" y="2161010"/>
                </a:lnTo>
                <a:lnTo>
                  <a:pt x="0" y="2430725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3D5C70CC-28D1-88BD-02A3-3FEE0E41D38F}"/>
              </a:ext>
            </a:extLst>
          </p:cNvPr>
          <p:cNvSpPr/>
          <p:nvPr/>
        </p:nvSpPr>
        <p:spPr>
          <a:xfrm>
            <a:off x="428354" y="3929937"/>
            <a:ext cx="420682" cy="2322517"/>
          </a:xfrm>
          <a:custGeom>
            <a:avLst/>
            <a:gdLst>
              <a:gd name="connsiteX0" fmla="*/ 0 w 420682"/>
              <a:gd name="connsiteY0" fmla="*/ 2322517 h 2322517"/>
              <a:gd name="connsiteX1" fmla="*/ 2921 w 420682"/>
              <a:gd name="connsiteY1" fmla="*/ 1627223 h 2322517"/>
              <a:gd name="connsiteX2" fmla="*/ 11686 w 420682"/>
              <a:gd name="connsiteY2" fmla="*/ 1063391 h 2322517"/>
              <a:gd name="connsiteX3" fmla="*/ 14607 w 420682"/>
              <a:gd name="connsiteY3" fmla="*/ 575517 h 2322517"/>
              <a:gd name="connsiteX4" fmla="*/ 35057 w 420682"/>
              <a:gd name="connsiteY4" fmla="*/ 368097 h 2322517"/>
              <a:gd name="connsiteX5" fmla="*/ 52585 w 420682"/>
              <a:gd name="connsiteY5" fmla="*/ 236634 h 2322517"/>
              <a:gd name="connsiteX6" fmla="*/ 128542 w 420682"/>
              <a:gd name="connsiteY6" fmla="*/ 111013 h 2322517"/>
              <a:gd name="connsiteX7" fmla="*/ 236634 w 420682"/>
              <a:gd name="connsiteY7" fmla="*/ 67192 h 2322517"/>
              <a:gd name="connsiteX8" fmla="*/ 324276 w 420682"/>
              <a:gd name="connsiteY8" fmla="*/ 35057 h 2322517"/>
              <a:gd name="connsiteX9" fmla="*/ 420682 w 420682"/>
              <a:gd name="connsiteY9" fmla="*/ 2921 h 2322517"/>
              <a:gd name="connsiteX10" fmla="*/ 119778 w 420682"/>
              <a:gd name="connsiteY10" fmla="*/ 0 h 2322517"/>
              <a:gd name="connsiteX11" fmla="*/ 102249 w 420682"/>
              <a:gd name="connsiteY11" fmla="*/ 96406 h 2322517"/>
              <a:gd name="connsiteX12" fmla="*/ 87642 w 420682"/>
              <a:gd name="connsiteY12" fmla="*/ 222027 h 2322517"/>
              <a:gd name="connsiteX13" fmla="*/ 78878 w 420682"/>
              <a:gd name="connsiteY13" fmla="*/ 394389 h 2322517"/>
              <a:gd name="connsiteX14" fmla="*/ 58428 w 420682"/>
              <a:gd name="connsiteY14" fmla="*/ 800465 h 2322517"/>
              <a:gd name="connsiteX15" fmla="*/ 40900 w 420682"/>
              <a:gd name="connsiteY15" fmla="*/ 1104291 h 2322517"/>
              <a:gd name="connsiteX16" fmla="*/ 32136 w 420682"/>
              <a:gd name="connsiteY16" fmla="*/ 1381825 h 2322517"/>
              <a:gd name="connsiteX17" fmla="*/ 17528 w 420682"/>
              <a:gd name="connsiteY17" fmla="*/ 1606773 h 2322517"/>
              <a:gd name="connsiteX18" fmla="*/ 11686 w 420682"/>
              <a:gd name="connsiteY18" fmla="*/ 1828800 h 2322517"/>
              <a:gd name="connsiteX19" fmla="*/ 0 w 420682"/>
              <a:gd name="connsiteY19" fmla="*/ 2322517 h 232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82" h="2322517">
                <a:moveTo>
                  <a:pt x="0" y="2322517"/>
                </a:moveTo>
                <a:cubicBezTo>
                  <a:pt x="974" y="2090752"/>
                  <a:pt x="1947" y="1858988"/>
                  <a:pt x="2921" y="1627223"/>
                </a:cubicBezTo>
                <a:lnTo>
                  <a:pt x="11686" y="1063391"/>
                </a:lnTo>
                <a:cubicBezTo>
                  <a:pt x="12660" y="900766"/>
                  <a:pt x="13633" y="738142"/>
                  <a:pt x="14607" y="575517"/>
                </a:cubicBezTo>
                <a:lnTo>
                  <a:pt x="35057" y="368097"/>
                </a:lnTo>
                <a:lnTo>
                  <a:pt x="52585" y="236634"/>
                </a:lnTo>
                <a:lnTo>
                  <a:pt x="128542" y="111013"/>
                </a:lnTo>
                <a:lnTo>
                  <a:pt x="236634" y="67192"/>
                </a:lnTo>
                <a:lnTo>
                  <a:pt x="324276" y="35057"/>
                </a:lnTo>
                <a:lnTo>
                  <a:pt x="420682" y="2921"/>
                </a:lnTo>
                <a:lnTo>
                  <a:pt x="119778" y="0"/>
                </a:lnTo>
                <a:lnTo>
                  <a:pt x="102249" y="96406"/>
                </a:lnTo>
                <a:lnTo>
                  <a:pt x="87642" y="222027"/>
                </a:lnTo>
                <a:lnTo>
                  <a:pt x="78878" y="394389"/>
                </a:lnTo>
                <a:lnTo>
                  <a:pt x="58428" y="800465"/>
                </a:lnTo>
                <a:lnTo>
                  <a:pt x="40900" y="1104291"/>
                </a:lnTo>
                <a:lnTo>
                  <a:pt x="32136" y="1381825"/>
                </a:lnTo>
                <a:lnTo>
                  <a:pt x="17528" y="1606773"/>
                </a:lnTo>
                <a:lnTo>
                  <a:pt x="11686" y="1828800"/>
                </a:lnTo>
                <a:lnTo>
                  <a:pt x="0" y="2322517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527D24D6-2D6D-8150-2767-8676C8621C8C}"/>
              </a:ext>
            </a:extLst>
          </p:cNvPr>
          <p:cNvCxnSpPr>
            <a:cxnSpLocks/>
          </p:cNvCxnSpPr>
          <p:nvPr/>
        </p:nvCxnSpPr>
        <p:spPr>
          <a:xfrm rot="16200000">
            <a:off x="-226225" y="5077543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8EFBE2C-732B-D121-F1B3-451764B0D7F0}"/>
              </a:ext>
            </a:extLst>
          </p:cNvPr>
          <p:cNvCxnSpPr>
            <a:cxnSpLocks/>
          </p:cNvCxnSpPr>
          <p:nvPr/>
        </p:nvCxnSpPr>
        <p:spPr>
          <a:xfrm rot="16200000">
            <a:off x="287501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42DFF9F-0F85-655C-FDE7-B5EF1F2B7244}"/>
              </a:ext>
            </a:extLst>
          </p:cNvPr>
          <p:cNvCxnSpPr>
            <a:cxnSpLocks/>
          </p:cNvCxnSpPr>
          <p:nvPr/>
        </p:nvCxnSpPr>
        <p:spPr>
          <a:xfrm rot="16200000">
            <a:off x="801227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947125-78FF-F2FB-849E-6686CDAC35AC}"/>
              </a:ext>
            </a:extLst>
          </p:cNvPr>
          <p:cNvCxnSpPr>
            <a:cxnSpLocks/>
          </p:cNvCxnSpPr>
          <p:nvPr/>
        </p:nvCxnSpPr>
        <p:spPr>
          <a:xfrm rot="16200000">
            <a:off x="1314953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49E0DC1-B55A-BB57-DF44-4A94F0044C07}"/>
              </a:ext>
            </a:extLst>
          </p:cNvPr>
          <p:cNvCxnSpPr>
            <a:cxnSpLocks/>
          </p:cNvCxnSpPr>
          <p:nvPr/>
        </p:nvCxnSpPr>
        <p:spPr>
          <a:xfrm>
            <a:off x="428248" y="5662366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5912797-6B37-1039-CA39-EE4824FFD822}"/>
              </a:ext>
            </a:extLst>
          </p:cNvPr>
          <p:cNvCxnSpPr>
            <a:cxnSpLocks/>
          </p:cNvCxnSpPr>
          <p:nvPr/>
        </p:nvCxnSpPr>
        <p:spPr>
          <a:xfrm>
            <a:off x="428248" y="4494550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7F17A41-D0B9-E5CD-6D0A-5C1489801D26}"/>
              </a:ext>
            </a:extLst>
          </p:cNvPr>
          <p:cNvCxnSpPr>
            <a:cxnSpLocks/>
          </p:cNvCxnSpPr>
          <p:nvPr/>
        </p:nvCxnSpPr>
        <p:spPr>
          <a:xfrm>
            <a:off x="428248" y="5078458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41EE540-2E01-FE4E-E457-FFB07F181EEC}"/>
              </a:ext>
            </a:extLst>
          </p:cNvPr>
          <p:cNvSpPr/>
          <p:nvPr/>
        </p:nvSpPr>
        <p:spPr>
          <a:xfrm>
            <a:off x="428248" y="3909343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6664CF02-149A-C1E0-DE00-A79E0872657B}"/>
              </a:ext>
            </a:extLst>
          </p:cNvPr>
          <p:cNvSpPr/>
          <p:nvPr/>
        </p:nvSpPr>
        <p:spPr>
          <a:xfrm>
            <a:off x="438100" y="3925580"/>
            <a:ext cx="121595" cy="2312413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6622 w 582971"/>
              <a:gd name="connsiteY0" fmla="*/ 2313709 h 2313709"/>
              <a:gd name="connsiteX1" fmla="*/ 4448 w 582971"/>
              <a:gd name="connsiteY1" fmla="*/ 1862542 h 2313709"/>
              <a:gd name="connsiteX2" fmla="*/ 8081 w 582971"/>
              <a:gd name="connsiteY2" fmla="*/ 1508369 h 2313709"/>
              <a:gd name="connsiteX3" fmla="*/ 99850 w 582971"/>
              <a:gd name="connsiteY3" fmla="*/ 1232494 h 2313709"/>
              <a:gd name="connsiteX4" fmla="*/ 162986 w 582971"/>
              <a:gd name="connsiteY4" fmla="*/ 964873 h 2313709"/>
              <a:gd name="connsiteX5" fmla="*/ 210091 w 582971"/>
              <a:gd name="connsiteY5" fmla="*/ 745972 h 2313709"/>
              <a:gd name="connsiteX6" fmla="*/ 288553 w 582971"/>
              <a:gd name="connsiteY6" fmla="*/ 467688 h 2313709"/>
              <a:gd name="connsiteX7" fmla="*/ 368138 w 582971"/>
              <a:gd name="connsiteY7" fmla="*/ 296592 h 2313709"/>
              <a:gd name="connsiteX8" fmla="*/ 480553 w 582971"/>
              <a:gd name="connsiteY8" fmla="*/ 148051 h 2313709"/>
              <a:gd name="connsiteX9" fmla="*/ 582971 w 582971"/>
              <a:gd name="connsiteY9" fmla="*/ 0 h 2313709"/>
              <a:gd name="connsiteX0" fmla="*/ 4580 w 580929"/>
              <a:gd name="connsiteY0" fmla="*/ 2313709 h 2313709"/>
              <a:gd name="connsiteX1" fmla="*/ 2406 w 580929"/>
              <a:gd name="connsiteY1" fmla="*/ 1862542 h 2313709"/>
              <a:gd name="connsiteX2" fmla="*/ 6039 w 580929"/>
              <a:gd name="connsiteY2" fmla="*/ 1508369 h 2313709"/>
              <a:gd name="connsiteX3" fmla="*/ 13141 w 580929"/>
              <a:gd name="connsiteY3" fmla="*/ 1091383 h 2313709"/>
              <a:gd name="connsiteX4" fmla="*/ 160944 w 580929"/>
              <a:gd name="connsiteY4" fmla="*/ 964873 h 2313709"/>
              <a:gd name="connsiteX5" fmla="*/ 208049 w 580929"/>
              <a:gd name="connsiteY5" fmla="*/ 745972 h 2313709"/>
              <a:gd name="connsiteX6" fmla="*/ 286511 w 580929"/>
              <a:gd name="connsiteY6" fmla="*/ 467688 h 2313709"/>
              <a:gd name="connsiteX7" fmla="*/ 366096 w 580929"/>
              <a:gd name="connsiteY7" fmla="*/ 296592 h 2313709"/>
              <a:gd name="connsiteX8" fmla="*/ 478511 w 580929"/>
              <a:gd name="connsiteY8" fmla="*/ 148051 h 2313709"/>
              <a:gd name="connsiteX9" fmla="*/ 580929 w 580929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05711 w 578591"/>
              <a:gd name="connsiteY5" fmla="*/ 745972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92351 w 578591"/>
              <a:gd name="connsiteY8" fmla="*/ 21051 h 2313709"/>
              <a:gd name="connsiteX9" fmla="*/ 578591 w 578591"/>
              <a:gd name="connsiteY9" fmla="*/ 0 h 2313709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7980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9269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81537 w 92351"/>
              <a:gd name="connsiteY7" fmla="*/ 190874 h 2292658"/>
              <a:gd name="connsiteX8" fmla="*/ 92351 w 92351"/>
              <a:gd name="connsiteY8" fmla="*/ 0 h 2292658"/>
              <a:gd name="connsiteX0" fmla="*/ 2242 w 112106"/>
              <a:gd name="connsiteY0" fmla="*/ 2303947 h 2303947"/>
              <a:gd name="connsiteX1" fmla="*/ 68 w 112106"/>
              <a:gd name="connsiteY1" fmla="*/ 1852780 h 2303947"/>
              <a:gd name="connsiteX2" fmla="*/ 3701 w 112106"/>
              <a:gd name="connsiteY2" fmla="*/ 1498607 h 2303947"/>
              <a:gd name="connsiteX3" fmla="*/ 27737 w 112106"/>
              <a:gd name="connsiteY3" fmla="*/ 1154998 h 2303947"/>
              <a:gd name="connsiteX4" fmla="*/ 51362 w 112106"/>
              <a:gd name="connsiteY4" fmla="*/ 847868 h 2303947"/>
              <a:gd name="connsiteX5" fmla="*/ 64600 w 112106"/>
              <a:gd name="connsiteY5" fmla="*/ 592276 h 2303947"/>
              <a:gd name="connsiteX6" fmla="*/ 75328 w 112106"/>
              <a:gd name="connsiteY6" fmla="*/ 390193 h 2303947"/>
              <a:gd name="connsiteX7" fmla="*/ 81537 w 112106"/>
              <a:gd name="connsiteY7" fmla="*/ 202163 h 2303947"/>
              <a:gd name="connsiteX8" fmla="*/ 112106 w 112106"/>
              <a:gd name="connsiteY8" fmla="*/ 0 h 2303947"/>
              <a:gd name="connsiteX0" fmla="*/ 3241 w 113105"/>
              <a:gd name="connsiteY0" fmla="*/ 2303947 h 2303947"/>
              <a:gd name="connsiteX1" fmla="*/ 1067 w 113105"/>
              <a:gd name="connsiteY1" fmla="*/ 1852780 h 2303947"/>
              <a:gd name="connsiteX2" fmla="*/ 18811 w 113105"/>
              <a:gd name="connsiteY2" fmla="*/ 1498607 h 2303947"/>
              <a:gd name="connsiteX3" fmla="*/ 28736 w 113105"/>
              <a:gd name="connsiteY3" fmla="*/ 1154998 h 2303947"/>
              <a:gd name="connsiteX4" fmla="*/ 52361 w 113105"/>
              <a:gd name="connsiteY4" fmla="*/ 847868 h 2303947"/>
              <a:gd name="connsiteX5" fmla="*/ 65599 w 113105"/>
              <a:gd name="connsiteY5" fmla="*/ 592276 h 2303947"/>
              <a:gd name="connsiteX6" fmla="*/ 76327 w 113105"/>
              <a:gd name="connsiteY6" fmla="*/ 390193 h 2303947"/>
              <a:gd name="connsiteX7" fmla="*/ 82536 w 113105"/>
              <a:gd name="connsiteY7" fmla="*/ 202163 h 2303947"/>
              <a:gd name="connsiteX8" fmla="*/ 113105 w 113105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9563 w 110307"/>
              <a:gd name="connsiteY4" fmla="*/ 847868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65063 w 110307"/>
              <a:gd name="connsiteY6" fmla="*/ 387370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95" h="2312413">
                <a:moveTo>
                  <a:pt x="443" y="2312413"/>
                </a:moveTo>
                <a:cubicBezTo>
                  <a:pt x="-1635" y="2139693"/>
                  <a:pt x="4141" y="1995469"/>
                  <a:pt x="6736" y="1861246"/>
                </a:cubicBezTo>
                <a:cubicBezTo>
                  <a:pt x="9331" y="1727023"/>
                  <a:pt x="12813" y="1623370"/>
                  <a:pt x="16013" y="1507073"/>
                </a:cubicBezTo>
                <a:cubicBezTo>
                  <a:pt x="19213" y="1390776"/>
                  <a:pt x="21757" y="1273332"/>
                  <a:pt x="25938" y="1163464"/>
                </a:cubicBezTo>
                <a:cubicBezTo>
                  <a:pt x="30119" y="1053596"/>
                  <a:pt x="36364" y="943065"/>
                  <a:pt x="41097" y="847867"/>
                </a:cubicBezTo>
                <a:cubicBezTo>
                  <a:pt x="45830" y="752669"/>
                  <a:pt x="50340" y="667614"/>
                  <a:pt x="54334" y="592276"/>
                </a:cubicBezTo>
                <a:cubicBezTo>
                  <a:pt x="58328" y="516938"/>
                  <a:pt x="60829" y="459444"/>
                  <a:pt x="65063" y="395836"/>
                </a:cubicBezTo>
                <a:cubicBezTo>
                  <a:pt x="69297" y="332228"/>
                  <a:pt x="70316" y="276602"/>
                  <a:pt x="79738" y="210629"/>
                </a:cubicBezTo>
                <a:cubicBezTo>
                  <a:pt x="89160" y="144656"/>
                  <a:pt x="88755" y="94981"/>
                  <a:pt x="12159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6960F27F-7217-48CD-A78A-9AA3C69B5C68}"/>
              </a:ext>
            </a:extLst>
          </p:cNvPr>
          <p:cNvSpPr/>
          <p:nvPr/>
        </p:nvSpPr>
        <p:spPr>
          <a:xfrm>
            <a:off x="432267" y="3936703"/>
            <a:ext cx="418901" cy="2312375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131447 w 2562131"/>
              <a:gd name="connsiteY3" fmla="*/ 501639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2562131 w 2562131"/>
              <a:gd name="connsiteY8" fmla="*/ 0 h 2322022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32725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084 w 418722"/>
              <a:gd name="connsiteY0" fmla="*/ 2312375 h 2312375"/>
              <a:gd name="connsiteX1" fmla="*/ 14343 w 418722"/>
              <a:gd name="connsiteY1" fmla="*/ 913557 h 2312375"/>
              <a:gd name="connsiteX2" fmla="*/ 17722 w 418722"/>
              <a:gd name="connsiteY2" fmla="*/ 661354 h 2312375"/>
              <a:gd name="connsiteX3" fmla="*/ 27000 w 418722"/>
              <a:gd name="connsiteY3" fmla="*/ 432725 h 2312375"/>
              <a:gd name="connsiteX4" fmla="*/ 41563 w 418722"/>
              <a:gd name="connsiteY4" fmla="*/ 278026 h 2312375"/>
              <a:gd name="connsiteX5" fmla="*/ 93229 w 418722"/>
              <a:gd name="connsiteY5" fmla="*/ 141760 h 2312375"/>
              <a:gd name="connsiteX6" fmla="*/ 238928 w 418722"/>
              <a:gd name="connsiteY6" fmla="*/ 52885 h 2312375"/>
              <a:gd name="connsiteX7" fmla="*/ 418722 w 418722"/>
              <a:gd name="connsiteY7" fmla="*/ 0 h 2312375"/>
              <a:gd name="connsiteX0" fmla="*/ 1263 w 418901"/>
              <a:gd name="connsiteY0" fmla="*/ 2312375 h 2312375"/>
              <a:gd name="connsiteX1" fmla="*/ 11700 w 418901"/>
              <a:gd name="connsiteY1" fmla="*/ 984113 h 2312375"/>
              <a:gd name="connsiteX2" fmla="*/ 17901 w 418901"/>
              <a:gd name="connsiteY2" fmla="*/ 661354 h 2312375"/>
              <a:gd name="connsiteX3" fmla="*/ 27179 w 418901"/>
              <a:gd name="connsiteY3" fmla="*/ 432725 h 2312375"/>
              <a:gd name="connsiteX4" fmla="*/ 41742 w 418901"/>
              <a:gd name="connsiteY4" fmla="*/ 278026 h 2312375"/>
              <a:gd name="connsiteX5" fmla="*/ 93408 w 418901"/>
              <a:gd name="connsiteY5" fmla="*/ 141760 h 2312375"/>
              <a:gd name="connsiteX6" fmla="*/ 239107 w 418901"/>
              <a:gd name="connsiteY6" fmla="*/ 52885 h 2312375"/>
              <a:gd name="connsiteX7" fmla="*/ 418901 w 418901"/>
              <a:gd name="connsiteY7" fmla="*/ 0 h 231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901" h="2312375">
                <a:moveTo>
                  <a:pt x="1263" y="2312375"/>
                </a:moveTo>
                <a:cubicBezTo>
                  <a:pt x="-4048" y="1741798"/>
                  <a:pt x="8927" y="1259283"/>
                  <a:pt x="11700" y="984113"/>
                </a:cubicBezTo>
                <a:cubicBezTo>
                  <a:pt x="14473" y="708943"/>
                  <a:pt x="15321" y="753252"/>
                  <a:pt x="17901" y="661354"/>
                </a:cubicBezTo>
                <a:cubicBezTo>
                  <a:pt x="20481" y="569456"/>
                  <a:pt x="23206" y="496613"/>
                  <a:pt x="27179" y="432725"/>
                </a:cubicBezTo>
                <a:cubicBezTo>
                  <a:pt x="31152" y="368837"/>
                  <a:pt x="30704" y="326520"/>
                  <a:pt x="41742" y="278026"/>
                </a:cubicBezTo>
                <a:cubicBezTo>
                  <a:pt x="52780" y="229532"/>
                  <a:pt x="60514" y="179283"/>
                  <a:pt x="93408" y="141760"/>
                </a:cubicBezTo>
                <a:cubicBezTo>
                  <a:pt x="126302" y="104237"/>
                  <a:pt x="184858" y="76512"/>
                  <a:pt x="239107" y="52885"/>
                </a:cubicBezTo>
                <a:cubicBezTo>
                  <a:pt x="293356" y="29258"/>
                  <a:pt x="338387" y="14656"/>
                  <a:pt x="4189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8840A90-4CE4-59AD-615D-42E646943ABA}"/>
              </a:ext>
            </a:extLst>
          </p:cNvPr>
          <p:cNvSpPr txBox="1"/>
          <p:nvPr/>
        </p:nvSpPr>
        <p:spPr>
          <a:xfrm>
            <a:off x="62568" y="6125870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F4FF0DF-9A10-C112-603E-82CF4C2D4BB2}"/>
              </a:ext>
            </a:extLst>
          </p:cNvPr>
          <p:cNvSpPr txBox="1"/>
          <p:nvPr/>
        </p:nvSpPr>
        <p:spPr>
          <a:xfrm>
            <a:off x="62568" y="4960840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E850F5E-DC5E-CFC2-F738-BCB181993949}"/>
              </a:ext>
            </a:extLst>
          </p:cNvPr>
          <p:cNvSpPr txBox="1"/>
          <p:nvPr/>
        </p:nvSpPr>
        <p:spPr>
          <a:xfrm>
            <a:off x="62568" y="3795810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BF6C108-9D53-3C18-727D-B8A6B583E2A4}"/>
              </a:ext>
            </a:extLst>
          </p:cNvPr>
          <p:cNvSpPr txBox="1"/>
          <p:nvPr/>
        </p:nvSpPr>
        <p:spPr>
          <a:xfrm>
            <a:off x="62568" y="4378325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498D019-96ED-3FB5-E6BD-15FC72D09E1E}"/>
              </a:ext>
            </a:extLst>
          </p:cNvPr>
          <p:cNvSpPr txBox="1"/>
          <p:nvPr/>
        </p:nvSpPr>
        <p:spPr>
          <a:xfrm>
            <a:off x="62568" y="5543355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09A5FEC-1BA6-CAB9-8B9D-E42C5ABC9D2C}"/>
              </a:ext>
            </a:extLst>
          </p:cNvPr>
          <p:cNvSpPr txBox="1"/>
          <p:nvPr/>
        </p:nvSpPr>
        <p:spPr>
          <a:xfrm rot="16200000">
            <a:off x="-1073903" y="4958027"/>
            <a:ext cx="233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CB97A1A-A474-F845-7629-A2CB5C5C6782}"/>
              </a:ext>
            </a:extLst>
          </p:cNvPr>
          <p:cNvSpPr txBox="1"/>
          <p:nvPr/>
        </p:nvSpPr>
        <p:spPr>
          <a:xfrm>
            <a:off x="424973" y="6355174"/>
            <a:ext cx="2569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2EA19ED-2D99-2F0F-9A99-4B2C772556ED}"/>
              </a:ext>
            </a:extLst>
          </p:cNvPr>
          <p:cNvSpPr txBox="1"/>
          <p:nvPr/>
        </p:nvSpPr>
        <p:spPr>
          <a:xfrm>
            <a:off x="230079" y="620892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8A388A8-289F-02E1-8176-9B3B941D8721}"/>
              </a:ext>
            </a:extLst>
          </p:cNvPr>
          <p:cNvSpPr txBox="1"/>
          <p:nvPr/>
        </p:nvSpPr>
        <p:spPr>
          <a:xfrm>
            <a:off x="742387" y="620578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AE2C721-48B7-6369-37F8-BEAA9D9147E9}"/>
              </a:ext>
            </a:extLst>
          </p:cNvPr>
          <p:cNvSpPr txBox="1"/>
          <p:nvPr/>
        </p:nvSpPr>
        <p:spPr>
          <a:xfrm>
            <a:off x="1254695" y="620578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200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D348241-05BB-0509-7E30-E0456B81780A}"/>
              </a:ext>
            </a:extLst>
          </p:cNvPr>
          <p:cNvSpPr txBox="1"/>
          <p:nvPr/>
        </p:nvSpPr>
        <p:spPr>
          <a:xfrm>
            <a:off x="1767003" y="620578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300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C3E4222-742E-2835-598E-B05A4A994504}"/>
              </a:ext>
            </a:extLst>
          </p:cNvPr>
          <p:cNvSpPr txBox="1"/>
          <p:nvPr/>
        </p:nvSpPr>
        <p:spPr>
          <a:xfrm>
            <a:off x="2279311" y="620578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400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7AF1A57-A62D-90E7-A562-7D82C2A66955}"/>
              </a:ext>
            </a:extLst>
          </p:cNvPr>
          <p:cNvSpPr txBox="1"/>
          <p:nvPr/>
        </p:nvSpPr>
        <p:spPr>
          <a:xfrm>
            <a:off x="2791620" y="620578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500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240BF51-5795-8429-691C-568AC24B2587}"/>
              </a:ext>
            </a:extLst>
          </p:cNvPr>
          <p:cNvCxnSpPr>
            <a:cxnSpLocks/>
          </p:cNvCxnSpPr>
          <p:nvPr/>
        </p:nvCxnSpPr>
        <p:spPr>
          <a:xfrm rot="16200000">
            <a:off x="3100525" y="5087190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117C858-745A-C3B5-4E02-9C2C83E213B3}"/>
              </a:ext>
            </a:extLst>
          </p:cNvPr>
          <p:cNvCxnSpPr>
            <a:cxnSpLocks/>
          </p:cNvCxnSpPr>
          <p:nvPr/>
        </p:nvCxnSpPr>
        <p:spPr>
          <a:xfrm rot="16200000">
            <a:off x="3614251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D653E480-DC10-F20B-91A7-966800C11006}"/>
              </a:ext>
            </a:extLst>
          </p:cNvPr>
          <p:cNvCxnSpPr>
            <a:cxnSpLocks/>
          </p:cNvCxnSpPr>
          <p:nvPr/>
        </p:nvCxnSpPr>
        <p:spPr>
          <a:xfrm rot="16200000">
            <a:off x="4127977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59D9838-B5FC-DFF7-2EC1-B88D5BBC82E4}"/>
              </a:ext>
            </a:extLst>
          </p:cNvPr>
          <p:cNvCxnSpPr>
            <a:cxnSpLocks/>
          </p:cNvCxnSpPr>
          <p:nvPr/>
        </p:nvCxnSpPr>
        <p:spPr>
          <a:xfrm rot="16200000">
            <a:off x="4641703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6736CF0D-8AC7-C350-2190-32749F9DE90E}"/>
              </a:ext>
            </a:extLst>
          </p:cNvPr>
          <p:cNvSpPr/>
          <p:nvPr/>
        </p:nvSpPr>
        <p:spPr>
          <a:xfrm>
            <a:off x="3754858" y="3932634"/>
            <a:ext cx="2569579" cy="2322653"/>
          </a:xfrm>
          <a:custGeom>
            <a:avLst/>
            <a:gdLst>
              <a:gd name="connsiteX0" fmla="*/ 0 w 2569579"/>
              <a:gd name="connsiteY0" fmla="*/ 2322653 h 2322653"/>
              <a:gd name="connsiteX1" fmla="*/ 3858 w 2569579"/>
              <a:gd name="connsiteY1" fmla="*/ 937549 h 2322653"/>
              <a:gd name="connsiteX2" fmla="*/ 123463 w 2569579"/>
              <a:gd name="connsiteY2" fmla="*/ 528577 h 2322653"/>
              <a:gd name="connsiteX3" fmla="*/ 258501 w 2569579"/>
              <a:gd name="connsiteY3" fmla="*/ 266218 h 2322653"/>
              <a:gd name="connsiteX4" fmla="*/ 405113 w 2569579"/>
              <a:gd name="connsiteY4" fmla="*/ 185195 h 2322653"/>
              <a:gd name="connsiteX5" fmla="*/ 729205 w 2569579"/>
              <a:gd name="connsiteY5" fmla="*/ 127322 h 2322653"/>
              <a:gd name="connsiteX6" fmla="*/ 1338805 w 2569579"/>
              <a:gd name="connsiteY6" fmla="*/ 73306 h 2322653"/>
              <a:gd name="connsiteX7" fmla="*/ 1844232 w 2569579"/>
              <a:gd name="connsiteY7" fmla="*/ 38582 h 2322653"/>
              <a:gd name="connsiteX8" fmla="*/ 2569579 w 2569579"/>
              <a:gd name="connsiteY8" fmla="*/ 0 h 2322653"/>
              <a:gd name="connsiteX9" fmla="*/ 586450 w 2569579"/>
              <a:gd name="connsiteY9" fmla="*/ 0 h 2322653"/>
              <a:gd name="connsiteX10" fmla="*/ 466845 w 2569579"/>
              <a:gd name="connsiteY10" fmla="*/ 173620 h 2322653"/>
              <a:gd name="connsiteX11" fmla="*/ 354956 w 2569579"/>
              <a:gd name="connsiteY11" fmla="*/ 320233 h 2322653"/>
              <a:gd name="connsiteX12" fmla="*/ 281650 w 2569579"/>
              <a:gd name="connsiteY12" fmla="*/ 505428 h 2322653"/>
              <a:gd name="connsiteX13" fmla="*/ 204486 w 2569579"/>
              <a:gd name="connsiteY13" fmla="*/ 790937 h 2322653"/>
              <a:gd name="connsiteX14" fmla="*/ 146612 w 2569579"/>
              <a:gd name="connsiteY14" fmla="*/ 1041722 h 2322653"/>
              <a:gd name="connsiteX15" fmla="*/ 96455 w 2569579"/>
              <a:gd name="connsiteY15" fmla="*/ 1269357 h 2322653"/>
              <a:gd name="connsiteX16" fmla="*/ 38582 w 2569579"/>
              <a:gd name="connsiteY16" fmla="*/ 1643605 h 2322653"/>
              <a:gd name="connsiteX17" fmla="*/ 7716 w 2569579"/>
              <a:gd name="connsiteY17" fmla="*/ 1813367 h 2322653"/>
              <a:gd name="connsiteX18" fmla="*/ 0 w 2569579"/>
              <a:gd name="connsiteY18" fmla="*/ 2322653 h 2322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9579" h="2322653">
                <a:moveTo>
                  <a:pt x="0" y="2322653"/>
                </a:moveTo>
                <a:lnTo>
                  <a:pt x="3858" y="937549"/>
                </a:lnTo>
                <a:lnTo>
                  <a:pt x="123463" y="528577"/>
                </a:lnTo>
                <a:lnTo>
                  <a:pt x="258501" y="266218"/>
                </a:lnTo>
                <a:lnTo>
                  <a:pt x="405113" y="185195"/>
                </a:lnTo>
                <a:lnTo>
                  <a:pt x="729205" y="127322"/>
                </a:lnTo>
                <a:lnTo>
                  <a:pt x="1338805" y="73306"/>
                </a:lnTo>
                <a:lnTo>
                  <a:pt x="1844232" y="38582"/>
                </a:lnTo>
                <a:lnTo>
                  <a:pt x="2569579" y="0"/>
                </a:lnTo>
                <a:lnTo>
                  <a:pt x="586450" y="0"/>
                </a:lnTo>
                <a:lnTo>
                  <a:pt x="466845" y="173620"/>
                </a:lnTo>
                <a:lnTo>
                  <a:pt x="354956" y="320233"/>
                </a:lnTo>
                <a:lnTo>
                  <a:pt x="281650" y="505428"/>
                </a:lnTo>
                <a:lnTo>
                  <a:pt x="204486" y="790937"/>
                </a:lnTo>
                <a:lnTo>
                  <a:pt x="146612" y="1041722"/>
                </a:lnTo>
                <a:lnTo>
                  <a:pt x="96455" y="1269357"/>
                </a:lnTo>
                <a:lnTo>
                  <a:pt x="38582" y="1643605"/>
                </a:lnTo>
                <a:lnTo>
                  <a:pt x="7716" y="1813367"/>
                </a:lnTo>
                <a:lnTo>
                  <a:pt x="0" y="2322653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6151F218-DE03-4CCD-0A29-BEC56E613078}"/>
              </a:ext>
            </a:extLst>
          </p:cNvPr>
          <p:cNvCxnSpPr>
            <a:cxnSpLocks/>
          </p:cNvCxnSpPr>
          <p:nvPr/>
        </p:nvCxnSpPr>
        <p:spPr>
          <a:xfrm>
            <a:off x="3754998" y="5672013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AC44F90D-D471-3690-AE8C-F327CC449BBB}"/>
              </a:ext>
            </a:extLst>
          </p:cNvPr>
          <p:cNvCxnSpPr>
            <a:cxnSpLocks/>
          </p:cNvCxnSpPr>
          <p:nvPr/>
        </p:nvCxnSpPr>
        <p:spPr>
          <a:xfrm>
            <a:off x="3754998" y="4504197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022116A2-A655-38E1-D87B-B3A43C4949E0}"/>
              </a:ext>
            </a:extLst>
          </p:cNvPr>
          <p:cNvCxnSpPr>
            <a:cxnSpLocks/>
          </p:cNvCxnSpPr>
          <p:nvPr/>
        </p:nvCxnSpPr>
        <p:spPr>
          <a:xfrm>
            <a:off x="3754998" y="5088105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1A2CB8B-58DF-F02D-2B1E-DA2C1DF7504B}"/>
              </a:ext>
            </a:extLst>
          </p:cNvPr>
          <p:cNvSpPr/>
          <p:nvPr/>
        </p:nvSpPr>
        <p:spPr>
          <a:xfrm>
            <a:off x="3754998" y="3918990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C36E23F6-9C66-A131-1BDB-D3913D4C97C4}"/>
              </a:ext>
            </a:extLst>
          </p:cNvPr>
          <p:cNvSpPr/>
          <p:nvPr/>
        </p:nvSpPr>
        <p:spPr>
          <a:xfrm>
            <a:off x="3759761" y="3933931"/>
            <a:ext cx="581881" cy="2313709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1881" h="2313709">
                <a:moveTo>
                  <a:pt x="5532" y="2313709"/>
                </a:moveTo>
                <a:cubicBezTo>
                  <a:pt x="3454" y="2140989"/>
                  <a:pt x="-4411" y="1992062"/>
                  <a:pt x="3358" y="1862542"/>
                </a:cubicBezTo>
                <a:cubicBezTo>
                  <a:pt x="11127" y="1733022"/>
                  <a:pt x="36247" y="1641599"/>
                  <a:pt x="52147" y="1536591"/>
                </a:cubicBezTo>
                <a:cubicBezTo>
                  <a:pt x="68047" y="1431583"/>
                  <a:pt x="80469" y="1327780"/>
                  <a:pt x="98760" y="1232494"/>
                </a:cubicBezTo>
                <a:cubicBezTo>
                  <a:pt x="117052" y="1137208"/>
                  <a:pt x="143523" y="1045960"/>
                  <a:pt x="161896" y="964873"/>
                </a:cubicBezTo>
                <a:cubicBezTo>
                  <a:pt x="180270" y="883786"/>
                  <a:pt x="188073" y="828836"/>
                  <a:pt x="209001" y="745972"/>
                </a:cubicBezTo>
                <a:cubicBezTo>
                  <a:pt x="229929" y="663108"/>
                  <a:pt x="261122" y="542585"/>
                  <a:pt x="287463" y="467688"/>
                </a:cubicBezTo>
                <a:cubicBezTo>
                  <a:pt x="313804" y="392791"/>
                  <a:pt x="335048" y="349865"/>
                  <a:pt x="367048" y="296592"/>
                </a:cubicBezTo>
                <a:cubicBezTo>
                  <a:pt x="399048" y="243319"/>
                  <a:pt x="449445" y="200698"/>
                  <a:pt x="479463" y="148051"/>
                </a:cubicBezTo>
                <a:cubicBezTo>
                  <a:pt x="509481" y="95404"/>
                  <a:pt x="555326" y="55418"/>
                  <a:pt x="581881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B51BFC8F-A3A9-478C-9D28-705C51DC0FDF}"/>
              </a:ext>
            </a:extLst>
          </p:cNvPr>
          <p:cNvSpPr/>
          <p:nvPr/>
        </p:nvSpPr>
        <p:spPr>
          <a:xfrm>
            <a:off x="3756514" y="3936703"/>
            <a:ext cx="2564788" cy="2322022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4788" h="2322022">
                <a:moveTo>
                  <a:pt x="3766" y="2322022"/>
                </a:moveTo>
                <a:cubicBezTo>
                  <a:pt x="-1545" y="1751445"/>
                  <a:pt x="-4282" y="1034257"/>
                  <a:pt x="17025" y="923204"/>
                </a:cubicBezTo>
                <a:cubicBezTo>
                  <a:pt x="38332" y="812151"/>
                  <a:pt x="65802" y="707395"/>
                  <a:pt x="85315" y="637134"/>
                </a:cubicBezTo>
                <a:cubicBezTo>
                  <a:pt x="104828" y="566873"/>
                  <a:pt x="114608" y="544360"/>
                  <a:pt x="134104" y="501639"/>
                </a:cubicBezTo>
                <a:cubicBezTo>
                  <a:pt x="153600" y="458918"/>
                  <a:pt x="175258" y="423657"/>
                  <a:pt x="202289" y="380807"/>
                </a:cubicBezTo>
                <a:cubicBezTo>
                  <a:pt x="229320" y="337957"/>
                  <a:pt x="251166" y="281124"/>
                  <a:pt x="296290" y="244541"/>
                </a:cubicBezTo>
                <a:cubicBezTo>
                  <a:pt x="341414" y="207958"/>
                  <a:pt x="343524" y="187288"/>
                  <a:pt x="473032" y="161309"/>
                </a:cubicBezTo>
                <a:cubicBezTo>
                  <a:pt x="602540" y="135330"/>
                  <a:pt x="855984" y="110012"/>
                  <a:pt x="1073337" y="88669"/>
                </a:cubicBezTo>
                <a:cubicBezTo>
                  <a:pt x="1290690" y="67326"/>
                  <a:pt x="1524072" y="48029"/>
                  <a:pt x="1777148" y="33251"/>
                </a:cubicBezTo>
                <a:cubicBezTo>
                  <a:pt x="2030224" y="18473"/>
                  <a:pt x="2284002" y="9236"/>
                  <a:pt x="2564788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C3FAAC3-0625-D53C-6BAD-3E22C028E68B}"/>
              </a:ext>
            </a:extLst>
          </p:cNvPr>
          <p:cNvSpPr txBox="1"/>
          <p:nvPr/>
        </p:nvSpPr>
        <p:spPr>
          <a:xfrm>
            <a:off x="3389318" y="6135517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D197C124-5402-B0D4-6095-3D981D2EBA45}"/>
              </a:ext>
            </a:extLst>
          </p:cNvPr>
          <p:cNvSpPr txBox="1"/>
          <p:nvPr/>
        </p:nvSpPr>
        <p:spPr>
          <a:xfrm>
            <a:off x="3389318" y="4970487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3A80483-CC55-4711-C5DB-2010474BAF4A}"/>
              </a:ext>
            </a:extLst>
          </p:cNvPr>
          <p:cNvSpPr txBox="1"/>
          <p:nvPr/>
        </p:nvSpPr>
        <p:spPr>
          <a:xfrm>
            <a:off x="3389318" y="3805457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2069CE2-923C-C14C-911D-0BFFF995DD28}"/>
              </a:ext>
            </a:extLst>
          </p:cNvPr>
          <p:cNvSpPr txBox="1"/>
          <p:nvPr/>
        </p:nvSpPr>
        <p:spPr>
          <a:xfrm>
            <a:off x="3389318" y="4387972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EA9A34A-4800-8E7D-F30B-A95AC1408B28}"/>
              </a:ext>
            </a:extLst>
          </p:cNvPr>
          <p:cNvSpPr txBox="1"/>
          <p:nvPr/>
        </p:nvSpPr>
        <p:spPr>
          <a:xfrm>
            <a:off x="3389318" y="5553002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CF8A793-33AB-D087-0E7F-BF26646BD2D2}"/>
              </a:ext>
            </a:extLst>
          </p:cNvPr>
          <p:cNvSpPr txBox="1"/>
          <p:nvPr/>
        </p:nvSpPr>
        <p:spPr>
          <a:xfrm rot="16200000">
            <a:off x="2252847" y="4967674"/>
            <a:ext cx="2335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25B4F07-46EC-359D-8975-94D6270D20C5}"/>
              </a:ext>
            </a:extLst>
          </p:cNvPr>
          <p:cNvSpPr txBox="1"/>
          <p:nvPr/>
        </p:nvSpPr>
        <p:spPr>
          <a:xfrm>
            <a:off x="3751723" y="6364821"/>
            <a:ext cx="2569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077F855-6D43-DE4A-6B23-B80779333C68}"/>
              </a:ext>
            </a:extLst>
          </p:cNvPr>
          <p:cNvSpPr txBox="1"/>
          <p:nvPr/>
        </p:nvSpPr>
        <p:spPr>
          <a:xfrm>
            <a:off x="3556829" y="621857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22B4C9B-6C4B-BC2B-A0F5-DB21869509FA}"/>
              </a:ext>
            </a:extLst>
          </p:cNvPr>
          <p:cNvSpPr txBox="1"/>
          <p:nvPr/>
        </p:nvSpPr>
        <p:spPr>
          <a:xfrm>
            <a:off x="4069137" y="621543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CEB7652-59DA-B89E-5B24-D7DEECF1D901}"/>
              </a:ext>
            </a:extLst>
          </p:cNvPr>
          <p:cNvSpPr txBox="1"/>
          <p:nvPr/>
        </p:nvSpPr>
        <p:spPr>
          <a:xfrm>
            <a:off x="4581445" y="621543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200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8F4B21F-4A7E-6358-0B3B-C5AE60C738ED}"/>
              </a:ext>
            </a:extLst>
          </p:cNvPr>
          <p:cNvSpPr txBox="1"/>
          <p:nvPr/>
        </p:nvSpPr>
        <p:spPr>
          <a:xfrm>
            <a:off x="5093753" y="621543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300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43C7B347-FDFC-71B7-29EF-A7D15714FD58}"/>
              </a:ext>
            </a:extLst>
          </p:cNvPr>
          <p:cNvSpPr txBox="1"/>
          <p:nvPr/>
        </p:nvSpPr>
        <p:spPr>
          <a:xfrm>
            <a:off x="5606061" y="621543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400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7C242EB-996E-CDC5-CF13-B334906E9464}"/>
              </a:ext>
            </a:extLst>
          </p:cNvPr>
          <p:cNvSpPr txBox="1"/>
          <p:nvPr/>
        </p:nvSpPr>
        <p:spPr>
          <a:xfrm>
            <a:off x="6118370" y="6215431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500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85A57B-2C3C-CC93-1C24-5ADA4A1BF03E}"/>
              </a:ext>
            </a:extLst>
          </p:cNvPr>
          <p:cNvSpPr txBox="1"/>
          <p:nvPr/>
        </p:nvSpPr>
        <p:spPr>
          <a:xfrm>
            <a:off x="-57695" y="3616763"/>
            <a:ext cx="3313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(b) Example of MAE and MAE</a:t>
            </a:r>
            <a:r>
              <a:rPr lang="en-US" sz="11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drier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E6B8D1B-E5B6-A929-36D3-A1AB57DACA5A}"/>
              </a:ext>
            </a:extLst>
          </p:cNvPr>
          <p:cNvSpPr txBox="1"/>
          <p:nvPr/>
        </p:nvSpPr>
        <p:spPr>
          <a:xfrm>
            <a:off x="3265817" y="3626410"/>
            <a:ext cx="331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(c) Example of MAE and MAE</a:t>
            </a:r>
            <a:r>
              <a:rPr lang="en-US" sz="11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1100" b="1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wetter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318A173-4EF5-A66C-F79F-93484A74ED18}"/>
              </a:ext>
            </a:extLst>
          </p:cNvPr>
          <p:cNvSpPr txBox="1"/>
          <p:nvPr/>
        </p:nvSpPr>
        <p:spPr>
          <a:xfrm>
            <a:off x="4187548" y="5278126"/>
            <a:ext cx="1971057" cy="8002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rgbClr val="990033"/>
                </a:solidFill>
                <a:latin typeface="Aptos" panose="020B0004020202020204" pitchFamily="34" charset="0"/>
              </a:rPr>
              <a:t>MAE = 29.29 mm</a:t>
            </a:r>
          </a:p>
          <a:p>
            <a:endParaRPr lang="en-GB" sz="5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12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12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12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30.75 mm</a:t>
            </a:r>
          </a:p>
          <a:p>
            <a:endParaRPr lang="en-GB" sz="5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1200" b="1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1200" b="1" baseline="-2500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1200" b="1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3D7E50A-8B03-052B-1EE2-295359D06E94}"/>
              </a:ext>
            </a:extLst>
          </p:cNvPr>
          <p:cNvSpPr txBox="1"/>
          <p:nvPr/>
        </p:nvSpPr>
        <p:spPr>
          <a:xfrm>
            <a:off x="864012" y="5289864"/>
            <a:ext cx="1927608" cy="8002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rgbClr val="990033"/>
                </a:solidFill>
                <a:latin typeface="Aptos" panose="020B0004020202020204" pitchFamily="34" charset="0"/>
              </a:rPr>
              <a:t>MAE = 5.28 mm</a:t>
            </a:r>
          </a:p>
          <a:p>
            <a:endParaRPr lang="en-GB" sz="5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12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12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12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5.55 mm</a:t>
            </a:r>
          </a:p>
          <a:p>
            <a:endParaRPr lang="en-GB" sz="5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1200" b="1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1200" b="1" baseline="-2500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1200" b="1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9DC0478E-618F-B5FF-DF94-AFF3F77E166B}"/>
              </a:ext>
            </a:extLst>
          </p:cNvPr>
          <p:cNvCxnSpPr>
            <a:cxnSpLocks/>
            <a:stCxn id="293" idx="1"/>
          </p:cNvCxnSpPr>
          <p:nvPr/>
        </p:nvCxnSpPr>
        <p:spPr>
          <a:xfrm flipV="1">
            <a:off x="433185" y="2014507"/>
            <a:ext cx="2563200" cy="1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7B4FE5DB-3C04-A998-B7C3-98BF7F70E9F6}"/>
              </a:ext>
            </a:extLst>
          </p:cNvPr>
          <p:cNvCxnSpPr/>
          <p:nvPr/>
        </p:nvCxnSpPr>
        <p:spPr>
          <a:xfrm>
            <a:off x="427223" y="1401602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3F11E5AA-8524-93CD-B151-A9628032D955}"/>
              </a:ext>
            </a:extLst>
          </p:cNvPr>
          <p:cNvCxnSpPr/>
          <p:nvPr/>
        </p:nvCxnSpPr>
        <p:spPr>
          <a:xfrm>
            <a:off x="435119" y="2637663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C511CF70-BF97-F00D-B505-465907185E64}"/>
              </a:ext>
            </a:extLst>
          </p:cNvPr>
          <p:cNvSpPr/>
          <p:nvPr/>
        </p:nvSpPr>
        <p:spPr>
          <a:xfrm>
            <a:off x="427222" y="805629"/>
            <a:ext cx="2569163" cy="2410822"/>
          </a:xfrm>
          <a:custGeom>
            <a:avLst/>
            <a:gdLst>
              <a:gd name="connsiteX0" fmla="*/ 5056 w 3472156"/>
              <a:gd name="connsiteY0" fmla="*/ 2775433 h 2775433"/>
              <a:gd name="connsiteX1" fmla="*/ 5056 w 3472156"/>
              <a:gd name="connsiteY1" fmla="*/ 1756258 h 2775433"/>
              <a:gd name="connsiteX2" fmla="*/ 14581 w 3472156"/>
              <a:gd name="connsiteY2" fmla="*/ 1118083 h 2775433"/>
              <a:gd name="connsiteX3" fmla="*/ 166981 w 3472156"/>
              <a:gd name="connsiteY3" fmla="*/ 670408 h 2775433"/>
              <a:gd name="connsiteX4" fmla="*/ 471781 w 3472156"/>
              <a:gd name="connsiteY4" fmla="*/ 317983 h 2775433"/>
              <a:gd name="connsiteX5" fmla="*/ 1033756 w 3472156"/>
              <a:gd name="connsiteY5" fmla="*/ 117958 h 2775433"/>
              <a:gd name="connsiteX6" fmla="*/ 1595731 w 3472156"/>
              <a:gd name="connsiteY6" fmla="*/ 51283 h 2775433"/>
              <a:gd name="connsiteX7" fmla="*/ 2767306 w 3472156"/>
              <a:gd name="connsiteY7" fmla="*/ 22708 h 2775433"/>
              <a:gd name="connsiteX8" fmla="*/ 3472156 w 3472156"/>
              <a:gd name="connsiteY8" fmla="*/ 3658 h 2775433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95731 w 3472156"/>
              <a:gd name="connsiteY6" fmla="*/ 52678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22148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1605 w 3468705"/>
              <a:gd name="connsiteY0" fmla="*/ 2776828 h 2776828"/>
              <a:gd name="connsiteX1" fmla="*/ 1605 w 3468705"/>
              <a:gd name="connsiteY1" fmla="*/ 2214853 h 2776828"/>
              <a:gd name="connsiteX2" fmla="*/ 20655 w 3468705"/>
              <a:gd name="connsiteY2" fmla="*/ 1414753 h 2776828"/>
              <a:gd name="connsiteX3" fmla="*/ 163530 w 3468705"/>
              <a:gd name="connsiteY3" fmla="*/ 671803 h 2776828"/>
              <a:gd name="connsiteX4" fmla="*/ 468330 w 3468705"/>
              <a:gd name="connsiteY4" fmla="*/ 319378 h 2776828"/>
              <a:gd name="connsiteX5" fmla="*/ 982680 w 3468705"/>
              <a:gd name="connsiteY5" fmla="*/ 109828 h 2776828"/>
              <a:gd name="connsiteX6" fmla="*/ 1573230 w 3468705"/>
              <a:gd name="connsiteY6" fmla="*/ 43153 h 2776828"/>
              <a:gd name="connsiteX7" fmla="*/ 2401905 w 3468705"/>
              <a:gd name="connsiteY7" fmla="*/ 14578 h 2776828"/>
              <a:gd name="connsiteX8" fmla="*/ 3468705 w 3468705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469106 w 3469481"/>
              <a:gd name="connsiteY4" fmla="*/ 319378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919453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41936 w 3470811"/>
              <a:gd name="connsiteY5" fmla="*/ 147928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603911 w 3470811"/>
              <a:gd name="connsiteY6" fmla="*/ 52678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5658 h 2775658"/>
              <a:gd name="connsiteX1" fmla="*/ 3711 w 3470811"/>
              <a:gd name="connsiteY1" fmla="*/ 2213683 h 2775658"/>
              <a:gd name="connsiteX2" fmla="*/ 51336 w 3470811"/>
              <a:gd name="connsiteY2" fmla="*/ 1442158 h 2775658"/>
              <a:gd name="connsiteX3" fmla="*/ 213261 w 3470811"/>
              <a:gd name="connsiteY3" fmla="*/ 918283 h 2775658"/>
              <a:gd name="connsiteX4" fmla="*/ 594261 w 3470811"/>
              <a:gd name="connsiteY4" fmla="*/ 451558 h 2775658"/>
              <a:gd name="connsiteX5" fmla="*/ 1032411 w 3470811"/>
              <a:gd name="connsiteY5" fmla="*/ 175333 h 2775658"/>
              <a:gd name="connsiteX6" fmla="*/ 1603911 w 3470811"/>
              <a:gd name="connsiteY6" fmla="*/ 51508 h 2775658"/>
              <a:gd name="connsiteX7" fmla="*/ 2388771 w 3470811"/>
              <a:gd name="connsiteY7" fmla="*/ 20963 h 2775658"/>
              <a:gd name="connsiteX8" fmla="*/ 3470811 w 3470811"/>
              <a:gd name="connsiteY8" fmla="*/ 3883 h 2775658"/>
              <a:gd name="connsiteX0" fmla="*/ 3711 w 3467001"/>
              <a:gd name="connsiteY0" fmla="*/ 2763745 h 2763745"/>
              <a:gd name="connsiteX1" fmla="*/ 3711 w 3467001"/>
              <a:gd name="connsiteY1" fmla="*/ 2201770 h 2763745"/>
              <a:gd name="connsiteX2" fmla="*/ 51336 w 3467001"/>
              <a:gd name="connsiteY2" fmla="*/ 1430245 h 2763745"/>
              <a:gd name="connsiteX3" fmla="*/ 213261 w 3467001"/>
              <a:gd name="connsiteY3" fmla="*/ 906370 h 2763745"/>
              <a:gd name="connsiteX4" fmla="*/ 594261 w 3467001"/>
              <a:gd name="connsiteY4" fmla="*/ 439645 h 2763745"/>
              <a:gd name="connsiteX5" fmla="*/ 1032411 w 3467001"/>
              <a:gd name="connsiteY5" fmla="*/ 163420 h 2763745"/>
              <a:gd name="connsiteX6" fmla="*/ 1603911 w 3467001"/>
              <a:gd name="connsiteY6" fmla="*/ 39595 h 2763745"/>
              <a:gd name="connsiteX7" fmla="*/ 2388771 w 3467001"/>
              <a:gd name="connsiteY7" fmla="*/ 9050 h 2763745"/>
              <a:gd name="connsiteX8" fmla="*/ 3467001 w 3467001"/>
              <a:gd name="connsiteY8" fmla="*/ 7080 h 2763745"/>
              <a:gd name="connsiteX0" fmla="*/ 3711 w 3470811"/>
              <a:gd name="connsiteY0" fmla="*/ 2761536 h 2761536"/>
              <a:gd name="connsiteX1" fmla="*/ 3711 w 3470811"/>
              <a:gd name="connsiteY1" fmla="*/ 2199561 h 2761536"/>
              <a:gd name="connsiteX2" fmla="*/ 51336 w 3470811"/>
              <a:gd name="connsiteY2" fmla="*/ 1428036 h 2761536"/>
              <a:gd name="connsiteX3" fmla="*/ 213261 w 3470811"/>
              <a:gd name="connsiteY3" fmla="*/ 904161 h 2761536"/>
              <a:gd name="connsiteX4" fmla="*/ 594261 w 3470811"/>
              <a:gd name="connsiteY4" fmla="*/ 437436 h 2761536"/>
              <a:gd name="connsiteX5" fmla="*/ 1032411 w 3470811"/>
              <a:gd name="connsiteY5" fmla="*/ 161211 h 2761536"/>
              <a:gd name="connsiteX6" fmla="*/ 1603911 w 3470811"/>
              <a:gd name="connsiteY6" fmla="*/ 37386 h 2761536"/>
              <a:gd name="connsiteX7" fmla="*/ 2388771 w 3470811"/>
              <a:gd name="connsiteY7" fmla="*/ 6841 h 2761536"/>
              <a:gd name="connsiteX8" fmla="*/ 3470811 w 3470811"/>
              <a:gd name="connsiteY8" fmla="*/ 8649 h 2761536"/>
              <a:gd name="connsiteX0" fmla="*/ 3711 w 3470811"/>
              <a:gd name="connsiteY0" fmla="*/ 2757423 h 2757423"/>
              <a:gd name="connsiteX1" fmla="*/ 3711 w 3470811"/>
              <a:gd name="connsiteY1" fmla="*/ 2195448 h 2757423"/>
              <a:gd name="connsiteX2" fmla="*/ 51336 w 3470811"/>
              <a:gd name="connsiteY2" fmla="*/ 1423923 h 2757423"/>
              <a:gd name="connsiteX3" fmla="*/ 213261 w 3470811"/>
              <a:gd name="connsiteY3" fmla="*/ 900048 h 2757423"/>
              <a:gd name="connsiteX4" fmla="*/ 594261 w 3470811"/>
              <a:gd name="connsiteY4" fmla="*/ 433323 h 2757423"/>
              <a:gd name="connsiteX5" fmla="*/ 1032411 w 3470811"/>
              <a:gd name="connsiteY5" fmla="*/ 157098 h 2757423"/>
              <a:gd name="connsiteX6" fmla="*/ 1603911 w 3470811"/>
              <a:gd name="connsiteY6" fmla="*/ 33273 h 2757423"/>
              <a:gd name="connsiteX7" fmla="*/ 2388771 w 3470811"/>
              <a:gd name="connsiteY7" fmla="*/ 2728 h 2757423"/>
              <a:gd name="connsiteX8" fmla="*/ 3470811 w 3470811"/>
              <a:gd name="connsiteY8" fmla="*/ 4536 h 2757423"/>
              <a:gd name="connsiteX0" fmla="*/ 3711 w 3467001"/>
              <a:gd name="connsiteY0" fmla="*/ 2767997 h 2767997"/>
              <a:gd name="connsiteX1" fmla="*/ 3711 w 3467001"/>
              <a:gd name="connsiteY1" fmla="*/ 2206022 h 2767997"/>
              <a:gd name="connsiteX2" fmla="*/ 51336 w 3467001"/>
              <a:gd name="connsiteY2" fmla="*/ 1434497 h 2767997"/>
              <a:gd name="connsiteX3" fmla="*/ 213261 w 3467001"/>
              <a:gd name="connsiteY3" fmla="*/ 910622 h 2767997"/>
              <a:gd name="connsiteX4" fmla="*/ 594261 w 3467001"/>
              <a:gd name="connsiteY4" fmla="*/ 443897 h 2767997"/>
              <a:gd name="connsiteX5" fmla="*/ 1032411 w 3467001"/>
              <a:gd name="connsiteY5" fmla="*/ 167672 h 2767997"/>
              <a:gd name="connsiteX6" fmla="*/ 1603911 w 3467001"/>
              <a:gd name="connsiteY6" fmla="*/ 43847 h 2767997"/>
              <a:gd name="connsiteX7" fmla="*/ 2388771 w 3467001"/>
              <a:gd name="connsiteY7" fmla="*/ 13302 h 2767997"/>
              <a:gd name="connsiteX8" fmla="*/ 3467001 w 3467001"/>
              <a:gd name="connsiteY8" fmla="*/ 0 h 276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7001" h="2767997">
                <a:moveTo>
                  <a:pt x="3711" y="2767997"/>
                </a:moveTo>
                <a:cubicBezTo>
                  <a:pt x="2917" y="2396522"/>
                  <a:pt x="-4227" y="2428272"/>
                  <a:pt x="3711" y="2206022"/>
                </a:cubicBezTo>
                <a:cubicBezTo>
                  <a:pt x="11649" y="1983772"/>
                  <a:pt x="16411" y="1650397"/>
                  <a:pt x="51336" y="1434497"/>
                </a:cubicBezTo>
                <a:cubicBezTo>
                  <a:pt x="86261" y="1218597"/>
                  <a:pt x="122774" y="1075722"/>
                  <a:pt x="213261" y="910622"/>
                </a:cubicBezTo>
                <a:cubicBezTo>
                  <a:pt x="303749" y="745522"/>
                  <a:pt x="457736" y="567722"/>
                  <a:pt x="594261" y="443897"/>
                </a:cubicBezTo>
                <a:cubicBezTo>
                  <a:pt x="730786" y="320072"/>
                  <a:pt x="864136" y="234347"/>
                  <a:pt x="1032411" y="167672"/>
                </a:cubicBezTo>
                <a:cubicBezTo>
                  <a:pt x="1200686" y="100997"/>
                  <a:pt x="1377851" y="69575"/>
                  <a:pt x="1603911" y="43847"/>
                </a:cubicBezTo>
                <a:cubicBezTo>
                  <a:pt x="1829971" y="18119"/>
                  <a:pt x="2388771" y="13302"/>
                  <a:pt x="2388771" y="13302"/>
                </a:cubicBezTo>
                <a:cubicBezTo>
                  <a:pt x="2701508" y="5365"/>
                  <a:pt x="3353654" y="2410"/>
                  <a:pt x="34670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866C5018-7E8D-3C00-55C0-3EDBD19FF495}"/>
              </a:ext>
            </a:extLst>
          </p:cNvPr>
          <p:cNvSpPr/>
          <p:nvPr/>
        </p:nvSpPr>
        <p:spPr>
          <a:xfrm>
            <a:off x="430933" y="796723"/>
            <a:ext cx="818679" cy="2442333"/>
          </a:xfrm>
          <a:custGeom>
            <a:avLst/>
            <a:gdLst>
              <a:gd name="connsiteX0" fmla="*/ 0 w 866775"/>
              <a:gd name="connsiteY0" fmla="*/ 2781300 h 2781300"/>
              <a:gd name="connsiteX1" fmla="*/ 57150 w 866775"/>
              <a:gd name="connsiteY1" fmla="*/ 2038350 h 2781300"/>
              <a:gd name="connsiteX2" fmla="*/ 171450 w 866775"/>
              <a:gd name="connsiteY2" fmla="*/ 1295400 h 2781300"/>
              <a:gd name="connsiteX3" fmla="*/ 390525 w 866775"/>
              <a:gd name="connsiteY3" fmla="*/ 504825 h 2781300"/>
              <a:gd name="connsiteX4" fmla="*/ 619125 w 866775"/>
              <a:gd name="connsiteY4" fmla="*/ 161925 h 2781300"/>
              <a:gd name="connsiteX5" fmla="*/ 866775 w 866775"/>
              <a:gd name="connsiteY5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781300">
                <a:moveTo>
                  <a:pt x="0" y="2781300"/>
                </a:moveTo>
                <a:cubicBezTo>
                  <a:pt x="14287" y="2533650"/>
                  <a:pt x="28575" y="2286000"/>
                  <a:pt x="57150" y="2038350"/>
                </a:cubicBezTo>
                <a:cubicBezTo>
                  <a:pt x="85725" y="1790700"/>
                  <a:pt x="115888" y="1550987"/>
                  <a:pt x="171450" y="1295400"/>
                </a:cubicBezTo>
                <a:cubicBezTo>
                  <a:pt x="227013" y="1039812"/>
                  <a:pt x="315913" y="693737"/>
                  <a:pt x="390525" y="504825"/>
                </a:cubicBezTo>
                <a:cubicBezTo>
                  <a:pt x="465138" y="315912"/>
                  <a:pt x="539750" y="246062"/>
                  <a:pt x="619125" y="161925"/>
                </a:cubicBezTo>
                <a:cubicBezTo>
                  <a:pt x="698500" y="77787"/>
                  <a:pt x="866775" y="0"/>
                  <a:pt x="86677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50CECEE-56A0-6766-697F-5321224A9F3E}"/>
              </a:ext>
            </a:extLst>
          </p:cNvPr>
          <p:cNvSpPr txBox="1"/>
          <p:nvPr/>
        </p:nvSpPr>
        <p:spPr>
          <a:xfrm>
            <a:off x="84000" y="3104740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50BEC67-AF88-5053-D332-B4DC693A142B}"/>
              </a:ext>
            </a:extLst>
          </p:cNvPr>
          <p:cNvSpPr txBox="1"/>
          <p:nvPr/>
        </p:nvSpPr>
        <p:spPr>
          <a:xfrm>
            <a:off x="84000" y="1889264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9E15CD34-1925-8AB3-83E4-17F16A40AFCB}"/>
              </a:ext>
            </a:extLst>
          </p:cNvPr>
          <p:cNvSpPr txBox="1"/>
          <p:nvPr/>
        </p:nvSpPr>
        <p:spPr>
          <a:xfrm>
            <a:off x="84000" y="673788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9489243-EC5F-4561-0480-CF1B0483A60D}"/>
              </a:ext>
            </a:extLst>
          </p:cNvPr>
          <p:cNvSpPr txBox="1"/>
          <p:nvPr/>
        </p:nvSpPr>
        <p:spPr>
          <a:xfrm>
            <a:off x="84000" y="128152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74567D45-8D20-83C4-1EA4-63646D3BC8D3}"/>
              </a:ext>
            </a:extLst>
          </p:cNvPr>
          <p:cNvSpPr txBox="1"/>
          <p:nvPr/>
        </p:nvSpPr>
        <p:spPr>
          <a:xfrm>
            <a:off x="84000" y="2497002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238931B-A656-3478-367B-5DC959A286CE}"/>
              </a:ext>
            </a:extLst>
          </p:cNvPr>
          <p:cNvSpPr txBox="1"/>
          <p:nvPr/>
        </p:nvSpPr>
        <p:spPr>
          <a:xfrm>
            <a:off x="-57694" y="-54429"/>
            <a:ext cx="6421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100" b="1" baseline="-250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100" b="1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 (tp)</a:t>
            </a:r>
          </a:p>
          <a:p>
            <a:endParaRPr lang="en-US" sz="100" b="1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Schematic on how to interpret MAE</a:t>
            </a:r>
            <a:r>
              <a:rPr lang="en-US" sz="1100" baseline="-250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F369B79-FD0D-9FA3-2980-462D55D7F5FC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72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1DF8D64D-EF48-37E0-97B6-A8EFF1F24A2B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54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C93B660-8CC4-B938-E527-71E4C0968D3D}"/>
              </a:ext>
            </a:extLst>
          </p:cNvPr>
          <p:cNvCxnSpPr>
            <a:cxnSpLocks/>
          </p:cNvCxnSpPr>
          <p:nvPr/>
        </p:nvCxnSpPr>
        <p:spPr>
          <a:xfrm>
            <a:off x="970933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1A56CCCD-576A-E9AA-CE9A-2B4B02675EDA}"/>
              </a:ext>
            </a:extLst>
          </p:cNvPr>
          <p:cNvCxnSpPr>
            <a:cxnSpLocks/>
          </p:cNvCxnSpPr>
          <p:nvPr/>
        </p:nvCxnSpPr>
        <p:spPr>
          <a:xfrm>
            <a:off x="1148251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21B142C-6D79-69F4-E2DD-2565A699C37D}"/>
              </a:ext>
            </a:extLst>
          </p:cNvPr>
          <p:cNvSpPr txBox="1"/>
          <p:nvPr/>
        </p:nvSpPr>
        <p:spPr>
          <a:xfrm>
            <a:off x="84000" y="857630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GB" sz="1000" baseline="-2500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GB" sz="1000" baseline="3000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/>
              <p:nvPr/>
            </p:nvSpPr>
            <p:spPr>
              <a:xfrm>
                <a:off x="3312826" y="792260"/>
                <a:ext cx="2926989" cy="876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12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tpOBS</m:t>
                        </m:r>
                        <m:d>
                          <m:dPr>
                            <m:ctrlPr>
                              <a:rPr lang="en-GB" sz="1200" b="0" i="1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GB" sz="1200" b="0" i="0" baseline="-25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GB" sz="1200" b="0" i="0" baseline="30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th</m:t>
                            </m:r>
                          </m:e>
                        </m:d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tpNWP</m:t>
                        </m:r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xith</m:t>
                        </m:r>
                        <m:r>
                          <a:rPr lang="en-GB" sz="12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sz="1200" b="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GB" sz="1200" b="0" dirty="0">
                    <a:solidFill>
                      <a:srgbClr val="FF0066"/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/>
                <a:endParaRPr lang="en-GB" sz="500" dirty="0">
                  <a:solidFill>
                    <a:schemeClr val="bg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12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n = tot n. of percentiles sampling ECDF</a:t>
                </a:r>
              </a:p>
              <a:p>
                <a:pPr algn="ctr"/>
                <a:endParaRPr lang="en-GB" sz="500" dirty="0">
                  <a:solidFill>
                    <a:srgbClr val="990033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12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is expressed in mm.</a:t>
                </a:r>
              </a:p>
            </p:txBody>
          </p:sp>
        </mc:Choice>
        <mc:Fallback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826" y="792260"/>
                <a:ext cx="2926989" cy="876330"/>
              </a:xfrm>
              <a:prstGeom prst="rect">
                <a:avLst/>
              </a:prstGeom>
              <a:blipFill>
                <a:blip r:embed="rId2"/>
                <a:stretch>
                  <a:fillRect t="-26389" b="-41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TextBox 288">
            <a:extLst>
              <a:ext uri="{FF2B5EF4-FFF2-40B4-BE49-F238E27FC236}">
                <a16:creationId xmlns:a16="http://schemas.microsoft.com/office/drawing/2014/main" id="{34D8F273-6B88-1F6F-CB3E-F010E31F69E2}"/>
              </a:ext>
            </a:extLst>
          </p:cNvPr>
          <p:cNvSpPr txBox="1"/>
          <p:nvPr/>
        </p:nvSpPr>
        <p:spPr>
          <a:xfrm rot="16200000">
            <a:off x="-1127131" y="1894778"/>
            <a:ext cx="2442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854FF54-F135-00D5-20D0-CBF59FDD730F}"/>
              </a:ext>
            </a:extLst>
          </p:cNvPr>
          <p:cNvSpPr txBox="1"/>
          <p:nvPr/>
        </p:nvSpPr>
        <p:spPr>
          <a:xfrm>
            <a:off x="430934" y="3348914"/>
            <a:ext cx="25659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51010F7-C852-6943-5C2D-4F462D1483EB}"/>
              </a:ext>
            </a:extLst>
          </p:cNvPr>
          <p:cNvSpPr txBox="1"/>
          <p:nvPr/>
        </p:nvSpPr>
        <p:spPr>
          <a:xfrm>
            <a:off x="2469209" y="581363"/>
            <a:ext cx="7519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ECDF</a:t>
            </a:r>
            <a:r>
              <a:rPr lang="en-GB" sz="1000" baseline="-25000">
                <a:solidFill>
                  <a:schemeClr val="bg2">
                    <a:lumMod val="50000"/>
                  </a:schemeClr>
                </a:solidFill>
              </a:rPr>
              <a:t>OBS</a:t>
            </a:r>
            <a:endParaRPr lang="en-GB" sz="1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818CBF6-D1F1-F81B-69C9-BBCAA6A97D45}"/>
              </a:ext>
            </a:extLst>
          </p:cNvPr>
          <p:cNvSpPr txBox="1"/>
          <p:nvPr/>
        </p:nvSpPr>
        <p:spPr>
          <a:xfrm>
            <a:off x="1003151" y="578182"/>
            <a:ext cx="7811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rgbClr val="990033"/>
                </a:solidFill>
              </a:rPr>
              <a:t>ECDF</a:t>
            </a:r>
            <a:r>
              <a:rPr lang="en-GB" sz="1000" baseline="-25000">
                <a:solidFill>
                  <a:srgbClr val="990033"/>
                </a:solidFill>
              </a:rPr>
              <a:t>NWP</a:t>
            </a:r>
            <a:endParaRPr lang="en-GB" sz="1000">
              <a:solidFill>
                <a:srgbClr val="990033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B1DE1FF-1195-2248-31B3-B2A61E0F0278}"/>
              </a:ext>
            </a:extLst>
          </p:cNvPr>
          <p:cNvSpPr/>
          <p:nvPr/>
        </p:nvSpPr>
        <p:spPr>
          <a:xfrm>
            <a:off x="433185" y="796725"/>
            <a:ext cx="2561364" cy="24355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635D982-B160-162E-7017-D7B6008A2B38}"/>
              </a:ext>
            </a:extLst>
          </p:cNvPr>
          <p:cNvSpPr txBox="1"/>
          <p:nvPr/>
        </p:nvSpPr>
        <p:spPr>
          <a:xfrm>
            <a:off x="428593" y="3198738"/>
            <a:ext cx="8643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solidFill>
                  <a:srgbClr val="990033"/>
                </a:solidFill>
              </a:rPr>
              <a:t>tp</a:t>
            </a:r>
            <a:r>
              <a:rPr lang="en-GB" sz="1000" baseline="-25000">
                <a:solidFill>
                  <a:srgbClr val="990033"/>
                </a:solidFill>
              </a:rPr>
              <a:t>NWP</a:t>
            </a:r>
            <a:r>
              <a:rPr lang="en-GB" sz="1000">
                <a:solidFill>
                  <a:srgbClr val="990033"/>
                </a:solidFill>
              </a:rPr>
              <a:t>(x</a:t>
            </a:r>
            <a:r>
              <a:rPr lang="en-GB" sz="1000" baseline="-25000">
                <a:solidFill>
                  <a:srgbClr val="990033"/>
                </a:solidFill>
              </a:rPr>
              <a:t>i</a:t>
            </a:r>
            <a:r>
              <a:rPr lang="en-GB" sz="1000" baseline="30000">
                <a:solidFill>
                  <a:srgbClr val="990033"/>
                </a:solidFill>
              </a:rPr>
              <a:t>th</a:t>
            </a:r>
            <a:r>
              <a:rPr lang="en-GB" sz="1000">
                <a:solidFill>
                  <a:srgbClr val="990033"/>
                </a:solidFill>
              </a:rPr>
              <a:t>) 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F3EFA02-1888-2A0D-B6A2-13D5C73A26C9}"/>
              </a:ext>
            </a:extLst>
          </p:cNvPr>
          <p:cNvSpPr txBox="1"/>
          <p:nvPr/>
        </p:nvSpPr>
        <p:spPr>
          <a:xfrm>
            <a:off x="1006639" y="3198738"/>
            <a:ext cx="9405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tp</a:t>
            </a:r>
            <a:r>
              <a:rPr lang="en-GB" sz="1000" baseline="-25000">
                <a:solidFill>
                  <a:schemeClr val="bg2">
                    <a:lumMod val="50000"/>
                  </a:schemeClr>
                </a:solidFill>
              </a:rPr>
              <a:t>OBS</a:t>
            </a:r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(x</a:t>
            </a:r>
            <a:r>
              <a:rPr lang="en-GB" sz="1000" baseline="-2500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GB" sz="1000" baseline="3000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/>
              <p:nvPr/>
            </p:nvSpPr>
            <p:spPr>
              <a:xfrm>
                <a:off x="3096433" y="1835363"/>
                <a:ext cx="3313770" cy="1322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12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12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𝐌𝐀𝐄</m:t>
                        </m:r>
                      </m:num>
                      <m:den>
                        <m:r>
                          <a:rPr lang="en-US" sz="14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𝐚𝐯𝐞𝐫𝐚𝐠𝐞</m:t>
                        </m:r>
                        <m:r>
                          <a:rPr lang="en-US" sz="14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𝐭𝐩𝐎𝐁𝐒</m:t>
                        </m:r>
                        <m:r>
                          <a:rPr lang="en-US" sz="14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1200" b="1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500" b="1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2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1200" dirty="0">
                    <a:solidFill>
                      <a:srgbClr val="7030A0"/>
                    </a:solidFill>
                  </a:rPr>
                  <a:t>average(tp</a:t>
                </a:r>
                <a:r>
                  <a:rPr lang="en-GB" sz="1200" baseline="-25000" dirty="0">
                    <a:solidFill>
                      <a:srgbClr val="7030A0"/>
                    </a:solidFill>
                  </a:rPr>
                  <a:t>OBS</a:t>
                </a:r>
                <a:r>
                  <a:rPr lang="en-GB" sz="1200" dirty="0">
                    <a:solidFill>
                      <a:srgbClr val="7030A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sz="1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sz="1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1200" b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tp</m:t>
                            </m:r>
                            <m:r>
                              <m:rPr>
                                <m:sty m:val="p"/>
                              </m:rPr>
                              <a:rPr lang="en-US" sz="1200" b="0" i="1" baseline="-250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200" b="0" i="1" baseline="-2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nary>
                  </m:oMath>
                </a14:m>
                <a:endParaRPr lang="en-GB" sz="12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5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12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 = tot n. of observed records in the rain gauge</a:t>
                </a:r>
              </a:p>
              <a:p>
                <a:pPr algn="ctr"/>
                <a:endParaRPr lang="en-GB" sz="5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12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1200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12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GB" sz="12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is adimensional.</a:t>
                </a:r>
              </a:p>
            </p:txBody>
          </p:sp>
        </mc:Choice>
        <mc:Fallback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433" y="1835363"/>
                <a:ext cx="3313770" cy="1322542"/>
              </a:xfrm>
              <a:prstGeom prst="rect">
                <a:avLst/>
              </a:prstGeom>
              <a:blipFill>
                <a:blip r:embed="rId3"/>
                <a:stretch>
                  <a:fillRect b="-276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TextBox 296">
            <a:extLst>
              <a:ext uri="{FF2B5EF4-FFF2-40B4-BE49-F238E27FC236}">
                <a16:creationId xmlns:a16="http://schemas.microsoft.com/office/drawing/2014/main" id="{B20CF3B4-062E-2B20-D8CC-0947363FE49F}"/>
              </a:ext>
            </a:extLst>
          </p:cNvPr>
          <p:cNvSpPr txBox="1"/>
          <p:nvPr/>
        </p:nvSpPr>
        <p:spPr>
          <a:xfrm>
            <a:off x="-57695" y="403496"/>
            <a:ext cx="6216300" cy="259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(a) Schematic representation and computation of MAE and MAE</a:t>
            </a:r>
            <a:r>
              <a:rPr lang="en-US" sz="11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 at a specific rain gauge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676F5C26-663F-E6BB-FE9C-99AA181419C6}"/>
              </a:ext>
            </a:extLst>
          </p:cNvPr>
          <p:cNvSpPr/>
          <p:nvPr/>
        </p:nvSpPr>
        <p:spPr>
          <a:xfrm>
            <a:off x="3082405" y="1821820"/>
            <a:ext cx="3313770" cy="1334233"/>
          </a:xfrm>
          <a:prstGeom prst="rect">
            <a:avLst/>
          </a:prstGeom>
          <a:noFill/>
          <a:ln w="31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55042497-F896-DCD8-E0CC-597C80103CC1}"/>
              </a:ext>
            </a:extLst>
          </p:cNvPr>
          <p:cNvSpPr txBox="1"/>
          <p:nvPr/>
        </p:nvSpPr>
        <p:spPr>
          <a:xfrm>
            <a:off x="-57695" y="6626107"/>
            <a:ext cx="6908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(d) Examples of MAE</a:t>
            </a:r>
            <a:r>
              <a:rPr lang="en-US" sz="11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1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values for different degrees of similarity between ECDFs</a:t>
            </a:r>
          </a:p>
        </p:txBody>
      </p:sp>
      <p:sp>
        <p:nvSpPr>
          <p:cNvPr id="300" name="Freeform: Shape 299">
            <a:extLst>
              <a:ext uri="{FF2B5EF4-FFF2-40B4-BE49-F238E27FC236}">
                <a16:creationId xmlns:a16="http://schemas.microsoft.com/office/drawing/2014/main" id="{238738B0-F66B-9337-17BB-B8DF98E11787}"/>
              </a:ext>
            </a:extLst>
          </p:cNvPr>
          <p:cNvSpPr/>
          <p:nvPr/>
        </p:nvSpPr>
        <p:spPr>
          <a:xfrm>
            <a:off x="407111" y="6995012"/>
            <a:ext cx="3911015" cy="2299585"/>
          </a:xfrm>
          <a:custGeom>
            <a:avLst/>
            <a:gdLst>
              <a:gd name="connsiteX0" fmla="*/ 43733 w 3907355"/>
              <a:gd name="connsiteY0" fmla="*/ 2269067 h 2269067"/>
              <a:gd name="connsiteX1" fmla="*/ 40911 w 3907355"/>
              <a:gd name="connsiteY1" fmla="*/ 795867 h 2269067"/>
              <a:gd name="connsiteX2" fmla="*/ 475533 w 3907355"/>
              <a:gd name="connsiteY2" fmla="*/ 174978 h 2269067"/>
              <a:gd name="connsiteX3" fmla="*/ 763400 w 3907355"/>
              <a:gd name="connsiteY3" fmla="*/ 132645 h 2269067"/>
              <a:gd name="connsiteX4" fmla="*/ 1519755 w 3907355"/>
              <a:gd name="connsiteY4" fmla="*/ 79022 h 2269067"/>
              <a:gd name="connsiteX5" fmla="*/ 2595022 w 3907355"/>
              <a:gd name="connsiteY5" fmla="*/ 28222 h 2269067"/>
              <a:gd name="connsiteX6" fmla="*/ 3320333 w 3907355"/>
              <a:gd name="connsiteY6" fmla="*/ 16934 h 2269067"/>
              <a:gd name="connsiteX7" fmla="*/ 3907355 w 390735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917223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19724 w 3883346"/>
              <a:gd name="connsiteY0" fmla="*/ 2269067 h 2269067"/>
              <a:gd name="connsiteX1" fmla="*/ 16902 w 3883346"/>
              <a:gd name="connsiteY1" fmla="*/ 917223 h 2269067"/>
              <a:gd name="connsiteX2" fmla="*/ 310413 w 3883346"/>
              <a:gd name="connsiteY2" fmla="*/ 301978 h 2269067"/>
              <a:gd name="connsiteX3" fmla="*/ 739391 w 3883346"/>
              <a:gd name="connsiteY3" fmla="*/ 132645 h 2269067"/>
              <a:gd name="connsiteX4" fmla="*/ 1495746 w 3883346"/>
              <a:gd name="connsiteY4" fmla="*/ 79022 h 2269067"/>
              <a:gd name="connsiteX5" fmla="*/ 2571013 w 3883346"/>
              <a:gd name="connsiteY5" fmla="*/ 28222 h 2269067"/>
              <a:gd name="connsiteX6" fmla="*/ 3296324 w 3883346"/>
              <a:gd name="connsiteY6" fmla="*/ 16934 h 2269067"/>
              <a:gd name="connsiteX7" fmla="*/ 3883346 w 3883346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51294 w 3895249"/>
              <a:gd name="connsiteY3" fmla="*/ 13264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498535 w 3895249"/>
              <a:gd name="connsiteY4" fmla="*/ 51681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86751 h 2286751"/>
              <a:gd name="connsiteX1" fmla="*/ 28805 w 3895249"/>
              <a:gd name="connsiteY1" fmla="*/ 934907 h 2286751"/>
              <a:gd name="connsiteX2" fmla="*/ 288449 w 3895249"/>
              <a:gd name="connsiteY2" fmla="*/ 336595 h 2286751"/>
              <a:gd name="connsiteX3" fmla="*/ 748256 w 3895249"/>
              <a:gd name="connsiteY3" fmla="*/ 135139 h 2286751"/>
              <a:gd name="connsiteX4" fmla="*/ 1498535 w 3895249"/>
              <a:gd name="connsiteY4" fmla="*/ 69365 h 2286751"/>
              <a:gd name="connsiteX5" fmla="*/ 2601144 w 3895249"/>
              <a:gd name="connsiteY5" fmla="*/ 15527 h 2286751"/>
              <a:gd name="connsiteX6" fmla="*/ 3302151 w 3895249"/>
              <a:gd name="connsiteY6" fmla="*/ 1202 h 2286751"/>
              <a:gd name="connsiteX7" fmla="*/ 3895249 w 3895249"/>
              <a:gd name="connsiteY7" fmla="*/ 17684 h 2286751"/>
              <a:gd name="connsiteX0" fmla="*/ 31627 w 3895249"/>
              <a:gd name="connsiteY0" fmla="*/ 2293370 h 2293370"/>
              <a:gd name="connsiteX1" fmla="*/ 28805 w 3895249"/>
              <a:gd name="connsiteY1" fmla="*/ 941526 h 2293370"/>
              <a:gd name="connsiteX2" fmla="*/ 288449 w 3895249"/>
              <a:gd name="connsiteY2" fmla="*/ 343214 h 2293370"/>
              <a:gd name="connsiteX3" fmla="*/ 748256 w 3895249"/>
              <a:gd name="connsiteY3" fmla="*/ 141758 h 2293370"/>
              <a:gd name="connsiteX4" fmla="*/ 1498535 w 3895249"/>
              <a:gd name="connsiteY4" fmla="*/ 75984 h 2293370"/>
              <a:gd name="connsiteX5" fmla="*/ 2601144 w 3895249"/>
              <a:gd name="connsiteY5" fmla="*/ 22146 h 2293370"/>
              <a:gd name="connsiteX6" fmla="*/ 3302151 w 3895249"/>
              <a:gd name="connsiteY6" fmla="*/ 7821 h 2293370"/>
              <a:gd name="connsiteX7" fmla="*/ 3895249 w 3895249"/>
              <a:gd name="connsiteY7" fmla="*/ 0 h 2293370"/>
              <a:gd name="connsiteX0" fmla="*/ 31627 w 3895249"/>
              <a:gd name="connsiteY0" fmla="*/ 2302055 h 2302055"/>
              <a:gd name="connsiteX1" fmla="*/ 28805 w 3895249"/>
              <a:gd name="connsiteY1" fmla="*/ 950211 h 2302055"/>
              <a:gd name="connsiteX2" fmla="*/ 288449 w 3895249"/>
              <a:gd name="connsiteY2" fmla="*/ 351899 h 2302055"/>
              <a:gd name="connsiteX3" fmla="*/ 748256 w 3895249"/>
              <a:gd name="connsiteY3" fmla="*/ 150443 h 2302055"/>
              <a:gd name="connsiteX4" fmla="*/ 1498535 w 3895249"/>
              <a:gd name="connsiteY4" fmla="*/ 84669 h 2302055"/>
              <a:gd name="connsiteX5" fmla="*/ 2601144 w 3895249"/>
              <a:gd name="connsiteY5" fmla="*/ 30831 h 2302055"/>
              <a:gd name="connsiteX6" fmla="*/ 3302151 w 3895249"/>
              <a:gd name="connsiteY6" fmla="*/ 740 h 2302055"/>
              <a:gd name="connsiteX7" fmla="*/ 3895249 w 3895249"/>
              <a:gd name="connsiteY7" fmla="*/ 8685 h 2302055"/>
              <a:gd name="connsiteX0" fmla="*/ 31627 w 3895249"/>
              <a:gd name="connsiteY0" fmla="*/ 2302517 h 2302517"/>
              <a:gd name="connsiteX1" fmla="*/ 28805 w 3895249"/>
              <a:gd name="connsiteY1" fmla="*/ 950673 h 2302517"/>
              <a:gd name="connsiteX2" fmla="*/ 288449 w 3895249"/>
              <a:gd name="connsiteY2" fmla="*/ 352361 h 2302517"/>
              <a:gd name="connsiteX3" fmla="*/ 748256 w 3895249"/>
              <a:gd name="connsiteY3" fmla="*/ 150905 h 2302517"/>
              <a:gd name="connsiteX4" fmla="*/ 1498535 w 3895249"/>
              <a:gd name="connsiteY4" fmla="*/ 85131 h 2302517"/>
              <a:gd name="connsiteX5" fmla="*/ 2534141 w 3895249"/>
              <a:gd name="connsiteY5" fmla="*/ 15528 h 2302517"/>
              <a:gd name="connsiteX6" fmla="*/ 3302151 w 3895249"/>
              <a:gd name="connsiteY6" fmla="*/ 1202 h 2302517"/>
              <a:gd name="connsiteX7" fmla="*/ 3895249 w 3895249"/>
              <a:gd name="connsiteY7" fmla="*/ 9147 h 2302517"/>
              <a:gd name="connsiteX0" fmla="*/ 31627 w 3895249"/>
              <a:gd name="connsiteY0" fmla="*/ 2305194 h 2305194"/>
              <a:gd name="connsiteX1" fmla="*/ 28805 w 3895249"/>
              <a:gd name="connsiteY1" fmla="*/ 953350 h 2305194"/>
              <a:gd name="connsiteX2" fmla="*/ 288449 w 3895249"/>
              <a:gd name="connsiteY2" fmla="*/ 355038 h 2305194"/>
              <a:gd name="connsiteX3" fmla="*/ 748256 w 3895249"/>
              <a:gd name="connsiteY3" fmla="*/ 153582 h 2305194"/>
              <a:gd name="connsiteX4" fmla="*/ 1498535 w 3895249"/>
              <a:gd name="connsiteY4" fmla="*/ 87808 h 2305194"/>
              <a:gd name="connsiteX5" fmla="*/ 2534141 w 3895249"/>
              <a:gd name="connsiteY5" fmla="*/ 18205 h 2305194"/>
              <a:gd name="connsiteX6" fmla="*/ 3302151 w 3895249"/>
              <a:gd name="connsiteY6" fmla="*/ 3879 h 2305194"/>
              <a:gd name="connsiteX7" fmla="*/ 3895249 w 3895249"/>
              <a:gd name="connsiteY7" fmla="*/ 0 h 2305194"/>
              <a:gd name="connsiteX0" fmla="*/ 31627 w 3895249"/>
              <a:gd name="connsiteY0" fmla="*/ 2310113 h 2310113"/>
              <a:gd name="connsiteX1" fmla="*/ 28805 w 3895249"/>
              <a:gd name="connsiteY1" fmla="*/ 958269 h 2310113"/>
              <a:gd name="connsiteX2" fmla="*/ 288449 w 3895249"/>
              <a:gd name="connsiteY2" fmla="*/ 359957 h 2310113"/>
              <a:gd name="connsiteX3" fmla="*/ 748256 w 3895249"/>
              <a:gd name="connsiteY3" fmla="*/ 158501 h 2310113"/>
              <a:gd name="connsiteX4" fmla="*/ 1498535 w 3895249"/>
              <a:gd name="connsiteY4" fmla="*/ 92727 h 2310113"/>
              <a:gd name="connsiteX5" fmla="*/ 2534141 w 3895249"/>
              <a:gd name="connsiteY5" fmla="*/ 23124 h 2310113"/>
              <a:gd name="connsiteX6" fmla="*/ 3310033 w 3895249"/>
              <a:gd name="connsiteY6" fmla="*/ 916 h 2310113"/>
              <a:gd name="connsiteX7" fmla="*/ 3895249 w 3895249"/>
              <a:gd name="connsiteY7" fmla="*/ 4919 h 2310113"/>
              <a:gd name="connsiteX0" fmla="*/ 31627 w 3911015"/>
              <a:gd name="connsiteY0" fmla="*/ 2313077 h 2313077"/>
              <a:gd name="connsiteX1" fmla="*/ 28805 w 3911015"/>
              <a:gd name="connsiteY1" fmla="*/ 961233 h 2313077"/>
              <a:gd name="connsiteX2" fmla="*/ 288449 w 3911015"/>
              <a:gd name="connsiteY2" fmla="*/ 362921 h 2313077"/>
              <a:gd name="connsiteX3" fmla="*/ 748256 w 3911015"/>
              <a:gd name="connsiteY3" fmla="*/ 161465 h 2313077"/>
              <a:gd name="connsiteX4" fmla="*/ 1498535 w 3911015"/>
              <a:gd name="connsiteY4" fmla="*/ 95691 h 2313077"/>
              <a:gd name="connsiteX5" fmla="*/ 2534141 w 3911015"/>
              <a:gd name="connsiteY5" fmla="*/ 26088 h 2313077"/>
              <a:gd name="connsiteX6" fmla="*/ 3310033 w 3911015"/>
              <a:gd name="connsiteY6" fmla="*/ 3880 h 2313077"/>
              <a:gd name="connsiteX7" fmla="*/ 3911015 w 3911015"/>
              <a:gd name="connsiteY7" fmla="*/ 0 h 23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11015" h="2313077">
                <a:moveTo>
                  <a:pt x="31627" y="2313077"/>
                </a:moveTo>
                <a:cubicBezTo>
                  <a:pt x="-5768" y="1750984"/>
                  <a:pt x="-13999" y="1286259"/>
                  <a:pt x="28805" y="961233"/>
                </a:cubicBezTo>
                <a:cubicBezTo>
                  <a:pt x="71609" y="636207"/>
                  <a:pt x="168541" y="496216"/>
                  <a:pt x="288449" y="362921"/>
                </a:cubicBezTo>
                <a:cubicBezTo>
                  <a:pt x="408357" y="229626"/>
                  <a:pt x="546575" y="206003"/>
                  <a:pt x="748256" y="161465"/>
                </a:cubicBezTo>
                <a:cubicBezTo>
                  <a:pt x="949937" y="116927"/>
                  <a:pt x="1193265" y="113095"/>
                  <a:pt x="1498535" y="95691"/>
                </a:cubicBezTo>
                <a:lnTo>
                  <a:pt x="2534141" y="26088"/>
                </a:lnTo>
                <a:cubicBezTo>
                  <a:pt x="2778948" y="26376"/>
                  <a:pt x="3074339" y="-2484"/>
                  <a:pt x="3310033" y="3880"/>
                </a:cubicBezTo>
                <a:lnTo>
                  <a:pt x="391101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CC821699-81B5-CBEE-B197-8A479AF67C0B}"/>
              </a:ext>
            </a:extLst>
          </p:cNvPr>
          <p:cNvSpPr/>
          <p:nvPr/>
        </p:nvSpPr>
        <p:spPr>
          <a:xfrm>
            <a:off x="427637" y="6994728"/>
            <a:ext cx="4532687" cy="2294228"/>
          </a:xfrm>
          <a:custGeom>
            <a:avLst/>
            <a:gdLst>
              <a:gd name="connsiteX0" fmla="*/ 25546 w 4013346"/>
              <a:gd name="connsiteY0" fmla="*/ 2280355 h 2280355"/>
              <a:gd name="connsiteX1" fmla="*/ 22723 w 4013346"/>
              <a:gd name="connsiteY1" fmla="*/ 1044222 h 2280355"/>
              <a:gd name="connsiteX2" fmla="*/ 268257 w 4013346"/>
              <a:gd name="connsiteY2" fmla="*/ 482600 h 2280355"/>
              <a:gd name="connsiteX3" fmla="*/ 479923 w 4013346"/>
              <a:gd name="connsiteY3" fmla="*/ 228600 h 2280355"/>
              <a:gd name="connsiteX4" fmla="*/ 1346346 w 4013346"/>
              <a:gd name="connsiteY4" fmla="*/ 81844 h 2280355"/>
              <a:gd name="connsiteX5" fmla="*/ 2410323 w 4013346"/>
              <a:gd name="connsiteY5" fmla="*/ 25400 h 2280355"/>
              <a:gd name="connsiteX6" fmla="*/ 4013346 w 4013346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73603 w 4007026"/>
              <a:gd name="connsiteY3" fmla="*/ 228600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9083 w 3996883"/>
              <a:gd name="connsiteY0" fmla="*/ 2280355 h 2280355"/>
              <a:gd name="connsiteX1" fmla="*/ 39677 w 3996883"/>
              <a:gd name="connsiteY1" fmla="*/ 1044222 h 2280355"/>
              <a:gd name="connsiteX2" fmla="*/ 204013 w 3996883"/>
              <a:gd name="connsiteY2" fmla="*/ 598078 h 2280355"/>
              <a:gd name="connsiteX3" fmla="*/ 423949 w 3996883"/>
              <a:gd name="connsiteY3" fmla="*/ 268112 h 2280355"/>
              <a:gd name="connsiteX4" fmla="*/ 1329883 w 3996883"/>
              <a:gd name="connsiteY4" fmla="*/ 81844 h 2280355"/>
              <a:gd name="connsiteX5" fmla="*/ 2393860 w 3996883"/>
              <a:gd name="connsiteY5" fmla="*/ 25400 h 2280355"/>
              <a:gd name="connsiteX6" fmla="*/ 3996883 w 3996883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25133 w 3998067"/>
              <a:gd name="connsiteY3" fmla="*/ 268112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67930 h 2280355"/>
              <a:gd name="connsiteX6" fmla="*/ 3998067 w 3998067"/>
              <a:gd name="connsiteY6" fmla="*/ 0 h 2280355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75239 w 4163612"/>
              <a:gd name="connsiteY3" fmla="*/ 258999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1369190 w 4160743"/>
              <a:gd name="connsiteY4" fmla="*/ 124375 h 2268204"/>
              <a:gd name="connsiteX5" fmla="*/ 2390637 w 4160743"/>
              <a:gd name="connsiteY5" fmla="*/ 55779 h 2268204"/>
              <a:gd name="connsiteX6" fmla="*/ 4160743 w 4160743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26552 w 4160743"/>
              <a:gd name="connsiteY3" fmla="*/ 326906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426377 w 4160568"/>
              <a:gd name="connsiteY3" fmla="*/ 326906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300285 w 4160568"/>
              <a:gd name="connsiteY6" fmla="*/ 64046 h 2268204"/>
              <a:gd name="connsiteX7" fmla="*/ 4160568 w 4160568"/>
              <a:gd name="connsiteY7" fmla="*/ 0 h 2268204"/>
              <a:gd name="connsiteX0" fmla="*/ 5685 w 3612167"/>
              <a:gd name="connsiteY0" fmla="*/ 2260449 h 2260449"/>
              <a:gd name="connsiteX1" fmla="*/ 57544 w 3612167"/>
              <a:gd name="connsiteY1" fmla="*/ 1027354 h 2260449"/>
              <a:gd name="connsiteX2" fmla="*/ 175999 w 3612167"/>
              <a:gd name="connsiteY2" fmla="*/ 554909 h 2260449"/>
              <a:gd name="connsiteX3" fmla="*/ 332900 w 3612167"/>
              <a:gd name="connsiteY3" fmla="*/ 311396 h 2260449"/>
              <a:gd name="connsiteX4" fmla="*/ 616083 w 3612167"/>
              <a:gd name="connsiteY4" fmla="*/ 202916 h 2260449"/>
              <a:gd name="connsiteX5" fmla="*/ 1306058 w 3612167"/>
              <a:gd name="connsiteY5" fmla="*/ 120945 h 2260449"/>
              <a:gd name="connsiteX6" fmla="*/ 2300285 w 3612167"/>
              <a:gd name="connsiteY6" fmla="*/ 56291 h 2260449"/>
              <a:gd name="connsiteX7" fmla="*/ 3612167 w 3612167"/>
              <a:gd name="connsiteY7" fmla="*/ 0 h 2260449"/>
              <a:gd name="connsiteX0" fmla="*/ 7943 w 3614425"/>
              <a:gd name="connsiteY0" fmla="*/ 2260449 h 2260449"/>
              <a:gd name="connsiteX1" fmla="*/ 41106 w 3614425"/>
              <a:gd name="connsiteY1" fmla="*/ 1027354 h 2260449"/>
              <a:gd name="connsiteX2" fmla="*/ 178257 w 3614425"/>
              <a:gd name="connsiteY2" fmla="*/ 554909 h 2260449"/>
              <a:gd name="connsiteX3" fmla="*/ 335158 w 3614425"/>
              <a:gd name="connsiteY3" fmla="*/ 311396 h 2260449"/>
              <a:gd name="connsiteX4" fmla="*/ 618341 w 3614425"/>
              <a:gd name="connsiteY4" fmla="*/ 202916 h 2260449"/>
              <a:gd name="connsiteX5" fmla="*/ 1308316 w 3614425"/>
              <a:gd name="connsiteY5" fmla="*/ 120945 h 2260449"/>
              <a:gd name="connsiteX6" fmla="*/ 2302543 w 3614425"/>
              <a:gd name="connsiteY6" fmla="*/ 56291 h 2260449"/>
              <a:gd name="connsiteX7" fmla="*/ 3614425 w 3614425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35005 w 3614272"/>
              <a:gd name="connsiteY3" fmla="*/ 311396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295995 w 3614272"/>
              <a:gd name="connsiteY6" fmla="*/ 43026 h 2260449"/>
              <a:gd name="connsiteX7" fmla="*/ 3614272 w 3614272"/>
              <a:gd name="connsiteY7" fmla="*/ 0 h 2260449"/>
              <a:gd name="connsiteX0" fmla="*/ 7790 w 3614272"/>
              <a:gd name="connsiteY0" fmla="*/ 2276366 h 2276366"/>
              <a:gd name="connsiteX1" fmla="*/ 40953 w 3614272"/>
              <a:gd name="connsiteY1" fmla="*/ 1043271 h 2276366"/>
              <a:gd name="connsiteX2" fmla="*/ 171709 w 3614272"/>
              <a:gd name="connsiteY2" fmla="*/ 565520 h 2276366"/>
              <a:gd name="connsiteX3" fmla="*/ 345665 w 3614272"/>
              <a:gd name="connsiteY3" fmla="*/ 308742 h 2276366"/>
              <a:gd name="connsiteX4" fmla="*/ 618188 w 3614272"/>
              <a:gd name="connsiteY4" fmla="*/ 205569 h 2276366"/>
              <a:gd name="connsiteX5" fmla="*/ 1308163 w 3614272"/>
              <a:gd name="connsiteY5" fmla="*/ 136862 h 2276366"/>
              <a:gd name="connsiteX6" fmla="*/ 2295995 w 3614272"/>
              <a:gd name="connsiteY6" fmla="*/ 58943 h 2276366"/>
              <a:gd name="connsiteX7" fmla="*/ 3614272 w 3614272"/>
              <a:gd name="connsiteY7" fmla="*/ 0 h 22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272" h="2276366">
                <a:moveTo>
                  <a:pt x="7790" y="2276366"/>
                </a:moveTo>
                <a:cubicBezTo>
                  <a:pt x="-13848" y="1808112"/>
                  <a:pt x="13633" y="1328412"/>
                  <a:pt x="40953" y="1043271"/>
                </a:cubicBezTo>
                <a:cubicBezTo>
                  <a:pt x="68273" y="758130"/>
                  <a:pt x="120924" y="687942"/>
                  <a:pt x="171709" y="565520"/>
                </a:cubicBezTo>
                <a:cubicBezTo>
                  <a:pt x="222494" y="443099"/>
                  <a:pt x="271252" y="368734"/>
                  <a:pt x="345665" y="308742"/>
                </a:cubicBezTo>
                <a:cubicBezTo>
                  <a:pt x="420078" y="248750"/>
                  <a:pt x="465680" y="227500"/>
                  <a:pt x="618188" y="205569"/>
                </a:cubicBezTo>
                <a:cubicBezTo>
                  <a:pt x="770696" y="183638"/>
                  <a:pt x="1028529" y="161300"/>
                  <a:pt x="1308163" y="136862"/>
                </a:cubicBezTo>
                <a:cubicBezTo>
                  <a:pt x="1587797" y="112424"/>
                  <a:pt x="1911644" y="81753"/>
                  <a:pt x="2295995" y="58943"/>
                </a:cubicBezTo>
                <a:cubicBezTo>
                  <a:pt x="2680346" y="36133"/>
                  <a:pt x="3035010" y="5879"/>
                  <a:pt x="3614272" y="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85DAAFE0-B773-CD9B-2D81-C78971B812E6}"/>
              </a:ext>
            </a:extLst>
          </p:cNvPr>
          <p:cNvSpPr/>
          <p:nvPr/>
        </p:nvSpPr>
        <p:spPr>
          <a:xfrm>
            <a:off x="437257" y="7002954"/>
            <a:ext cx="2211616" cy="2283180"/>
          </a:xfrm>
          <a:custGeom>
            <a:avLst/>
            <a:gdLst>
              <a:gd name="connsiteX0" fmla="*/ 19180 w 2502736"/>
              <a:gd name="connsiteY0" fmla="*/ 2280355 h 2280355"/>
              <a:gd name="connsiteX1" fmla="*/ 27647 w 2502736"/>
              <a:gd name="connsiteY1" fmla="*/ 1255889 h 2280355"/>
              <a:gd name="connsiteX2" fmla="*/ 284469 w 2502736"/>
              <a:gd name="connsiteY2" fmla="*/ 773289 h 2280355"/>
              <a:gd name="connsiteX3" fmla="*/ 513069 w 2502736"/>
              <a:gd name="connsiteY3" fmla="*/ 310444 h 2280355"/>
              <a:gd name="connsiteX4" fmla="*/ 806580 w 2502736"/>
              <a:gd name="connsiteY4" fmla="*/ 158044 h 2280355"/>
              <a:gd name="connsiteX5" fmla="*/ 2502736 w 2502736"/>
              <a:gd name="connsiteY5" fmla="*/ 0 h 2280355"/>
              <a:gd name="connsiteX0" fmla="*/ 16957 w 2500513"/>
              <a:gd name="connsiteY0" fmla="*/ 2280355 h 2280355"/>
              <a:gd name="connsiteX1" fmla="*/ 25424 w 2500513"/>
              <a:gd name="connsiteY1" fmla="*/ 1255889 h 2280355"/>
              <a:gd name="connsiteX2" fmla="*/ 282246 w 2500513"/>
              <a:gd name="connsiteY2" fmla="*/ 773289 h 2280355"/>
              <a:gd name="connsiteX3" fmla="*/ 510846 w 2500513"/>
              <a:gd name="connsiteY3" fmla="*/ 310444 h 2280355"/>
              <a:gd name="connsiteX4" fmla="*/ 804357 w 2500513"/>
              <a:gd name="connsiteY4" fmla="*/ 158044 h 2280355"/>
              <a:gd name="connsiteX5" fmla="*/ 2500513 w 2500513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509766 w 2499433"/>
              <a:gd name="connsiteY3" fmla="*/ 310444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09930 w 2489908"/>
              <a:gd name="connsiteY3" fmla="*/ 403577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516 w 2490072"/>
              <a:gd name="connsiteY0" fmla="*/ 2280355 h 2280355"/>
              <a:gd name="connsiteX1" fmla="*/ 40383 w 2490072"/>
              <a:gd name="connsiteY1" fmla="*/ 1174044 h 2280355"/>
              <a:gd name="connsiteX2" fmla="*/ 188566 w 2490072"/>
              <a:gd name="connsiteY2" fmla="*/ 771527 h 2280355"/>
              <a:gd name="connsiteX3" fmla="*/ 412916 w 2490072"/>
              <a:gd name="connsiteY3" fmla="*/ 375355 h 2280355"/>
              <a:gd name="connsiteX4" fmla="*/ 793916 w 2490072"/>
              <a:gd name="connsiteY4" fmla="*/ 158044 h 2280355"/>
              <a:gd name="connsiteX5" fmla="*/ 2490072 w 2490072"/>
              <a:gd name="connsiteY5" fmla="*/ 0 h 2280355"/>
              <a:gd name="connsiteX0" fmla="*/ 3586 w 2487142"/>
              <a:gd name="connsiteY0" fmla="*/ 2280355 h 2280355"/>
              <a:gd name="connsiteX1" fmla="*/ 69275 w 2487142"/>
              <a:gd name="connsiteY1" fmla="*/ 1177082 h 2280355"/>
              <a:gd name="connsiteX2" fmla="*/ 185636 w 2487142"/>
              <a:gd name="connsiteY2" fmla="*/ 771527 h 2280355"/>
              <a:gd name="connsiteX3" fmla="*/ 409986 w 2487142"/>
              <a:gd name="connsiteY3" fmla="*/ 375355 h 2280355"/>
              <a:gd name="connsiteX4" fmla="*/ 790986 w 2487142"/>
              <a:gd name="connsiteY4" fmla="*/ 158044 h 2280355"/>
              <a:gd name="connsiteX5" fmla="*/ 2487142 w 2487142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10368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7524" h="2280355">
                <a:moveTo>
                  <a:pt x="3968" y="2280355"/>
                </a:moveTo>
                <a:cubicBezTo>
                  <a:pt x="-13906" y="1893711"/>
                  <a:pt x="32244" y="1413364"/>
                  <a:pt x="69657" y="1177082"/>
                </a:cubicBezTo>
                <a:cubicBezTo>
                  <a:pt x="107070" y="940800"/>
                  <a:pt x="126286" y="905148"/>
                  <a:pt x="186018" y="771527"/>
                </a:cubicBezTo>
                <a:cubicBezTo>
                  <a:pt x="245750" y="637906"/>
                  <a:pt x="329513" y="474058"/>
                  <a:pt x="428047" y="375355"/>
                </a:cubicBezTo>
                <a:cubicBezTo>
                  <a:pt x="526581" y="276652"/>
                  <a:pt x="518840" y="257058"/>
                  <a:pt x="777225" y="179309"/>
                </a:cubicBezTo>
                <a:cubicBezTo>
                  <a:pt x="1035610" y="101560"/>
                  <a:pt x="1805251" y="53151"/>
                  <a:pt x="248752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Freeform: Shape 302">
            <a:extLst>
              <a:ext uri="{FF2B5EF4-FFF2-40B4-BE49-F238E27FC236}">
                <a16:creationId xmlns:a16="http://schemas.microsoft.com/office/drawing/2014/main" id="{32920CA7-DD36-724B-BD5B-9D45C1ACCD29}"/>
              </a:ext>
            </a:extLst>
          </p:cNvPr>
          <p:cNvSpPr/>
          <p:nvPr/>
        </p:nvSpPr>
        <p:spPr>
          <a:xfrm>
            <a:off x="430059" y="7002955"/>
            <a:ext cx="823424" cy="2288823"/>
          </a:xfrm>
          <a:custGeom>
            <a:avLst/>
            <a:gdLst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753272 w 863339"/>
              <a:gd name="connsiteY5" fmla="*/ 115712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284784 w 863339"/>
              <a:gd name="connsiteY3" fmla="*/ 838200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1500 w 860989"/>
              <a:gd name="connsiteY0" fmla="*/ 2288823 h 2288823"/>
              <a:gd name="connsiteX1" fmla="*/ 11500 w 860989"/>
              <a:gd name="connsiteY1" fmla="*/ 1848556 h 2288823"/>
              <a:gd name="connsiteX2" fmla="*/ 121566 w 860989"/>
              <a:gd name="connsiteY2" fmla="*/ 1346201 h 2288823"/>
              <a:gd name="connsiteX3" fmla="*/ 282434 w 860989"/>
              <a:gd name="connsiteY3" fmla="*/ 838200 h 2288823"/>
              <a:gd name="connsiteX4" fmla="*/ 463056 w 860989"/>
              <a:gd name="connsiteY4" fmla="*/ 440267 h 2288823"/>
              <a:gd name="connsiteX5" fmla="*/ 674722 w 860989"/>
              <a:gd name="connsiteY5" fmla="*/ 163689 h 2288823"/>
              <a:gd name="connsiteX6" fmla="*/ 860989 w 860989"/>
              <a:gd name="connsiteY6" fmla="*/ 0 h 22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989" h="2288823">
                <a:moveTo>
                  <a:pt x="11500" y="2288823"/>
                </a:moveTo>
                <a:cubicBezTo>
                  <a:pt x="-495" y="2151239"/>
                  <a:pt x="-6844" y="2005660"/>
                  <a:pt x="11500" y="1848556"/>
                </a:cubicBezTo>
                <a:cubicBezTo>
                  <a:pt x="29844" y="1691452"/>
                  <a:pt x="76410" y="1514594"/>
                  <a:pt x="121566" y="1346201"/>
                </a:cubicBezTo>
                <a:cubicBezTo>
                  <a:pt x="166722" y="1177808"/>
                  <a:pt x="225519" y="989189"/>
                  <a:pt x="282434" y="838200"/>
                </a:cubicBezTo>
                <a:cubicBezTo>
                  <a:pt x="339349" y="687211"/>
                  <a:pt x="397675" y="552685"/>
                  <a:pt x="463056" y="440267"/>
                </a:cubicBezTo>
                <a:cubicBezTo>
                  <a:pt x="528437" y="327849"/>
                  <a:pt x="614985" y="224367"/>
                  <a:pt x="674722" y="163689"/>
                </a:cubicBezTo>
                <a:cubicBezTo>
                  <a:pt x="734459" y="103011"/>
                  <a:pt x="835824" y="27517"/>
                  <a:pt x="860989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331E31D-AA58-074F-8DB2-C07A80088ECD}"/>
              </a:ext>
            </a:extLst>
          </p:cNvPr>
          <p:cNvSpPr/>
          <p:nvPr/>
        </p:nvSpPr>
        <p:spPr>
          <a:xfrm>
            <a:off x="407111" y="6967124"/>
            <a:ext cx="5956207" cy="231901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1572FD79-447F-59D6-8D01-45B883F9AA1A}"/>
              </a:ext>
            </a:extLst>
          </p:cNvPr>
          <p:cNvSpPr/>
          <p:nvPr/>
        </p:nvSpPr>
        <p:spPr>
          <a:xfrm>
            <a:off x="421662" y="7010147"/>
            <a:ext cx="3765584" cy="2283299"/>
          </a:xfrm>
          <a:custGeom>
            <a:avLst/>
            <a:gdLst>
              <a:gd name="connsiteX0" fmla="*/ 9915 w 3766293"/>
              <a:gd name="connsiteY0" fmla="*/ 2283299 h 2283299"/>
              <a:gd name="connsiteX1" fmla="*/ 15560 w 3766293"/>
              <a:gd name="connsiteY1" fmla="*/ 928632 h 2283299"/>
              <a:gd name="connsiteX2" fmla="*/ 156671 w 3766293"/>
              <a:gd name="connsiteY2" fmla="*/ 700032 h 2283299"/>
              <a:gd name="connsiteX3" fmla="*/ 218760 w 3766293"/>
              <a:gd name="connsiteY3" fmla="*/ 550454 h 2283299"/>
              <a:gd name="connsiteX4" fmla="*/ 292137 w 3766293"/>
              <a:gd name="connsiteY4" fmla="*/ 429099 h 2283299"/>
              <a:gd name="connsiteX5" fmla="*/ 379626 w 3766293"/>
              <a:gd name="connsiteY5" fmla="*/ 316210 h 2283299"/>
              <a:gd name="connsiteX6" fmla="*/ 484049 w 3766293"/>
              <a:gd name="connsiteY6" fmla="*/ 220254 h 2283299"/>
              <a:gd name="connsiteX7" fmla="*/ 825537 w 3766293"/>
              <a:gd name="connsiteY7" fmla="*/ 155343 h 2283299"/>
              <a:gd name="connsiteX8" fmla="*/ 1457715 w 3766293"/>
              <a:gd name="connsiteY8" fmla="*/ 101721 h 2283299"/>
              <a:gd name="connsiteX9" fmla="*/ 2056026 w 3766293"/>
              <a:gd name="connsiteY9" fmla="*/ 67854 h 2283299"/>
              <a:gd name="connsiteX10" fmla="*/ 2465249 w 3766293"/>
              <a:gd name="connsiteY10" fmla="*/ 33988 h 2283299"/>
              <a:gd name="connsiteX11" fmla="*/ 2826493 w 3766293"/>
              <a:gd name="connsiteY11" fmla="*/ 19876 h 2283299"/>
              <a:gd name="connsiteX12" fmla="*/ 3475604 w 3766293"/>
              <a:gd name="connsiteY12" fmla="*/ 2943 h 2283299"/>
              <a:gd name="connsiteX13" fmla="*/ 3766293 w 3766293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19574 w 3775952"/>
              <a:gd name="connsiteY0" fmla="*/ 2283299 h 2283299"/>
              <a:gd name="connsiteX1" fmla="*/ 25219 w 3775952"/>
              <a:gd name="connsiteY1" fmla="*/ 928632 h 2283299"/>
              <a:gd name="connsiteX2" fmla="*/ 135286 w 3775952"/>
              <a:gd name="connsiteY2" fmla="*/ 700032 h 2283299"/>
              <a:gd name="connsiteX3" fmla="*/ 228419 w 3775952"/>
              <a:gd name="connsiteY3" fmla="*/ 550454 h 2283299"/>
              <a:gd name="connsiteX4" fmla="*/ 301796 w 3775952"/>
              <a:gd name="connsiteY4" fmla="*/ 429099 h 2283299"/>
              <a:gd name="connsiteX5" fmla="*/ 389285 w 3775952"/>
              <a:gd name="connsiteY5" fmla="*/ 316210 h 2283299"/>
              <a:gd name="connsiteX6" fmla="*/ 493708 w 3775952"/>
              <a:gd name="connsiteY6" fmla="*/ 220254 h 2283299"/>
              <a:gd name="connsiteX7" fmla="*/ 835196 w 3775952"/>
              <a:gd name="connsiteY7" fmla="*/ 155343 h 2283299"/>
              <a:gd name="connsiteX8" fmla="*/ 1467374 w 3775952"/>
              <a:gd name="connsiteY8" fmla="*/ 101721 h 2283299"/>
              <a:gd name="connsiteX9" fmla="*/ 2065685 w 3775952"/>
              <a:gd name="connsiteY9" fmla="*/ 67854 h 2283299"/>
              <a:gd name="connsiteX10" fmla="*/ 2474908 w 3775952"/>
              <a:gd name="connsiteY10" fmla="*/ 33988 h 2283299"/>
              <a:gd name="connsiteX11" fmla="*/ 2836152 w 3775952"/>
              <a:gd name="connsiteY11" fmla="*/ 19876 h 2283299"/>
              <a:gd name="connsiteX12" fmla="*/ 3485263 w 3775952"/>
              <a:gd name="connsiteY12" fmla="*/ 2943 h 2283299"/>
              <a:gd name="connsiteX13" fmla="*/ 3775952 w 3775952"/>
              <a:gd name="connsiteY13" fmla="*/ 121 h 2283299"/>
              <a:gd name="connsiteX0" fmla="*/ 17147 w 3773525"/>
              <a:gd name="connsiteY0" fmla="*/ 2283299 h 2283299"/>
              <a:gd name="connsiteX1" fmla="*/ 22792 w 3773525"/>
              <a:gd name="connsiteY1" fmla="*/ 928632 h 2283299"/>
              <a:gd name="connsiteX2" fmla="*/ 132859 w 3773525"/>
              <a:gd name="connsiteY2" fmla="*/ 700032 h 2283299"/>
              <a:gd name="connsiteX3" fmla="*/ 225992 w 3773525"/>
              <a:gd name="connsiteY3" fmla="*/ 550454 h 2283299"/>
              <a:gd name="connsiteX4" fmla="*/ 299369 w 3773525"/>
              <a:gd name="connsiteY4" fmla="*/ 429099 h 2283299"/>
              <a:gd name="connsiteX5" fmla="*/ 386858 w 3773525"/>
              <a:gd name="connsiteY5" fmla="*/ 316210 h 2283299"/>
              <a:gd name="connsiteX6" fmla="*/ 491281 w 3773525"/>
              <a:gd name="connsiteY6" fmla="*/ 220254 h 2283299"/>
              <a:gd name="connsiteX7" fmla="*/ 832769 w 3773525"/>
              <a:gd name="connsiteY7" fmla="*/ 155343 h 2283299"/>
              <a:gd name="connsiteX8" fmla="*/ 1464947 w 3773525"/>
              <a:gd name="connsiteY8" fmla="*/ 101721 h 2283299"/>
              <a:gd name="connsiteX9" fmla="*/ 2063258 w 3773525"/>
              <a:gd name="connsiteY9" fmla="*/ 67854 h 2283299"/>
              <a:gd name="connsiteX10" fmla="*/ 2472481 w 3773525"/>
              <a:gd name="connsiteY10" fmla="*/ 33988 h 2283299"/>
              <a:gd name="connsiteX11" fmla="*/ 2833725 w 3773525"/>
              <a:gd name="connsiteY11" fmla="*/ 19876 h 2283299"/>
              <a:gd name="connsiteX12" fmla="*/ 3482836 w 3773525"/>
              <a:gd name="connsiteY12" fmla="*/ 2943 h 2283299"/>
              <a:gd name="connsiteX13" fmla="*/ 3773525 w 3773525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28596 w 3784974"/>
              <a:gd name="connsiteY0" fmla="*/ 2283299 h 2283299"/>
              <a:gd name="connsiteX1" fmla="*/ 34241 w 3784974"/>
              <a:gd name="connsiteY1" fmla="*/ 928632 h 2283299"/>
              <a:gd name="connsiteX2" fmla="*/ 149952 w 3784974"/>
              <a:gd name="connsiteY2" fmla="*/ 685921 h 2283299"/>
              <a:gd name="connsiteX3" fmla="*/ 237441 w 3784974"/>
              <a:gd name="connsiteY3" fmla="*/ 550454 h 2283299"/>
              <a:gd name="connsiteX4" fmla="*/ 310818 w 3784974"/>
              <a:gd name="connsiteY4" fmla="*/ 429099 h 2283299"/>
              <a:gd name="connsiteX5" fmla="*/ 398307 w 3784974"/>
              <a:gd name="connsiteY5" fmla="*/ 316210 h 2283299"/>
              <a:gd name="connsiteX6" fmla="*/ 502730 w 3784974"/>
              <a:gd name="connsiteY6" fmla="*/ 220254 h 2283299"/>
              <a:gd name="connsiteX7" fmla="*/ 844218 w 3784974"/>
              <a:gd name="connsiteY7" fmla="*/ 155343 h 2283299"/>
              <a:gd name="connsiteX8" fmla="*/ 1476396 w 3784974"/>
              <a:gd name="connsiteY8" fmla="*/ 101721 h 2283299"/>
              <a:gd name="connsiteX9" fmla="*/ 2074707 w 3784974"/>
              <a:gd name="connsiteY9" fmla="*/ 67854 h 2283299"/>
              <a:gd name="connsiteX10" fmla="*/ 2483930 w 3784974"/>
              <a:gd name="connsiteY10" fmla="*/ 33988 h 2283299"/>
              <a:gd name="connsiteX11" fmla="*/ 2845174 w 3784974"/>
              <a:gd name="connsiteY11" fmla="*/ 19876 h 2283299"/>
              <a:gd name="connsiteX12" fmla="*/ 3494285 w 3784974"/>
              <a:gd name="connsiteY12" fmla="*/ 2943 h 2283299"/>
              <a:gd name="connsiteX13" fmla="*/ 3784974 w 3784974"/>
              <a:gd name="connsiteY13" fmla="*/ 121 h 2283299"/>
              <a:gd name="connsiteX0" fmla="*/ 31074 w 3787452"/>
              <a:gd name="connsiteY0" fmla="*/ 2283299 h 2283299"/>
              <a:gd name="connsiteX1" fmla="*/ 36719 w 3787452"/>
              <a:gd name="connsiteY1" fmla="*/ 928632 h 2283299"/>
              <a:gd name="connsiteX2" fmla="*/ 152430 w 3787452"/>
              <a:gd name="connsiteY2" fmla="*/ 685921 h 2283299"/>
              <a:gd name="connsiteX3" fmla="*/ 239919 w 3787452"/>
              <a:gd name="connsiteY3" fmla="*/ 550454 h 2283299"/>
              <a:gd name="connsiteX4" fmla="*/ 313296 w 3787452"/>
              <a:gd name="connsiteY4" fmla="*/ 429099 h 2283299"/>
              <a:gd name="connsiteX5" fmla="*/ 400785 w 3787452"/>
              <a:gd name="connsiteY5" fmla="*/ 316210 h 2283299"/>
              <a:gd name="connsiteX6" fmla="*/ 505208 w 3787452"/>
              <a:gd name="connsiteY6" fmla="*/ 220254 h 2283299"/>
              <a:gd name="connsiteX7" fmla="*/ 846696 w 3787452"/>
              <a:gd name="connsiteY7" fmla="*/ 155343 h 2283299"/>
              <a:gd name="connsiteX8" fmla="*/ 1478874 w 3787452"/>
              <a:gd name="connsiteY8" fmla="*/ 101721 h 2283299"/>
              <a:gd name="connsiteX9" fmla="*/ 2077185 w 3787452"/>
              <a:gd name="connsiteY9" fmla="*/ 67854 h 2283299"/>
              <a:gd name="connsiteX10" fmla="*/ 2486408 w 3787452"/>
              <a:gd name="connsiteY10" fmla="*/ 33988 h 2283299"/>
              <a:gd name="connsiteX11" fmla="*/ 2847652 w 3787452"/>
              <a:gd name="connsiteY11" fmla="*/ 19876 h 2283299"/>
              <a:gd name="connsiteX12" fmla="*/ 3496763 w 3787452"/>
              <a:gd name="connsiteY12" fmla="*/ 2943 h 2283299"/>
              <a:gd name="connsiteX13" fmla="*/ 3787452 w 3787452"/>
              <a:gd name="connsiteY13" fmla="*/ 121 h 2283299"/>
              <a:gd name="connsiteX0" fmla="*/ 25479 w 3781857"/>
              <a:gd name="connsiteY0" fmla="*/ 2283299 h 2283299"/>
              <a:gd name="connsiteX1" fmla="*/ 39590 w 3781857"/>
              <a:gd name="connsiteY1" fmla="*/ 931454 h 2283299"/>
              <a:gd name="connsiteX2" fmla="*/ 146835 w 3781857"/>
              <a:gd name="connsiteY2" fmla="*/ 685921 h 2283299"/>
              <a:gd name="connsiteX3" fmla="*/ 234324 w 3781857"/>
              <a:gd name="connsiteY3" fmla="*/ 550454 h 2283299"/>
              <a:gd name="connsiteX4" fmla="*/ 307701 w 3781857"/>
              <a:gd name="connsiteY4" fmla="*/ 429099 h 2283299"/>
              <a:gd name="connsiteX5" fmla="*/ 395190 w 3781857"/>
              <a:gd name="connsiteY5" fmla="*/ 316210 h 2283299"/>
              <a:gd name="connsiteX6" fmla="*/ 499613 w 3781857"/>
              <a:gd name="connsiteY6" fmla="*/ 220254 h 2283299"/>
              <a:gd name="connsiteX7" fmla="*/ 841101 w 3781857"/>
              <a:gd name="connsiteY7" fmla="*/ 155343 h 2283299"/>
              <a:gd name="connsiteX8" fmla="*/ 1473279 w 3781857"/>
              <a:gd name="connsiteY8" fmla="*/ 101721 h 2283299"/>
              <a:gd name="connsiteX9" fmla="*/ 2071590 w 3781857"/>
              <a:gd name="connsiteY9" fmla="*/ 67854 h 2283299"/>
              <a:gd name="connsiteX10" fmla="*/ 2480813 w 3781857"/>
              <a:gd name="connsiteY10" fmla="*/ 33988 h 2283299"/>
              <a:gd name="connsiteX11" fmla="*/ 2842057 w 3781857"/>
              <a:gd name="connsiteY11" fmla="*/ 19876 h 2283299"/>
              <a:gd name="connsiteX12" fmla="*/ 3491168 w 3781857"/>
              <a:gd name="connsiteY12" fmla="*/ 2943 h 2283299"/>
              <a:gd name="connsiteX13" fmla="*/ 3781857 w 378185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16028 w 3772406"/>
              <a:gd name="connsiteY0" fmla="*/ 2283299 h 2283299"/>
              <a:gd name="connsiteX1" fmla="*/ 30139 w 3772406"/>
              <a:gd name="connsiteY1" fmla="*/ 931454 h 2283299"/>
              <a:gd name="connsiteX2" fmla="*/ 137384 w 3772406"/>
              <a:gd name="connsiteY2" fmla="*/ 671810 h 2283299"/>
              <a:gd name="connsiteX3" fmla="*/ 224873 w 3772406"/>
              <a:gd name="connsiteY3" fmla="*/ 550454 h 2283299"/>
              <a:gd name="connsiteX4" fmla="*/ 298250 w 3772406"/>
              <a:gd name="connsiteY4" fmla="*/ 429099 h 2283299"/>
              <a:gd name="connsiteX5" fmla="*/ 385739 w 3772406"/>
              <a:gd name="connsiteY5" fmla="*/ 316210 h 2283299"/>
              <a:gd name="connsiteX6" fmla="*/ 490162 w 3772406"/>
              <a:gd name="connsiteY6" fmla="*/ 220254 h 2283299"/>
              <a:gd name="connsiteX7" fmla="*/ 831650 w 3772406"/>
              <a:gd name="connsiteY7" fmla="*/ 155343 h 2283299"/>
              <a:gd name="connsiteX8" fmla="*/ 1463828 w 3772406"/>
              <a:gd name="connsiteY8" fmla="*/ 101721 h 2283299"/>
              <a:gd name="connsiteX9" fmla="*/ 2062139 w 3772406"/>
              <a:gd name="connsiteY9" fmla="*/ 67854 h 2283299"/>
              <a:gd name="connsiteX10" fmla="*/ 2471362 w 3772406"/>
              <a:gd name="connsiteY10" fmla="*/ 33988 h 2283299"/>
              <a:gd name="connsiteX11" fmla="*/ 2832606 w 3772406"/>
              <a:gd name="connsiteY11" fmla="*/ 19876 h 2283299"/>
              <a:gd name="connsiteX12" fmla="*/ 3481717 w 3772406"/>
              <a:gd name="connsiteY12" fmla="*/ 2943 h 2283299"/>
              <a:gd name="connsiteX13" fmla="*/ 3772406 w 3772406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204951 w 3763824"/>
              <a:gd name="connsiteY3" fmla="*/ 522232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47507 w 3763824"/>
              <a:gd name="connsiteY5" fmla="*/ 307959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44881 w 3767302"/>
              <a:gd name="connsiteY5" fmla="*/ 301883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983 w 3781913"/>
              <a:gd name="connsiteY0" fmla="*/ 2283299 h 2283299"/>
              <a:gd name="connsiteX1" fmla="*/ 39646 w 3781913"/>
              <a:gd name="connsiteY1" fmla="*/ 931454 h 2283299"/>
              <a:gd name="connsiteX2" fmla="*/ 128581 w 3781913"/>
              <a:gd name="connsiteY2" fmla="*/ 646194 h 2283299"/>
              <a:gd name="connsiteX3" fmla="*/ 204731 w 3781913"/>
              <a:gd name="connsiteY3" fmla="*/ 510081 h 2283299"/>
              <a:gd name="connsiteX4" fmla="*/ 287046 w 3781913"/>
              <a:gd name="connsiteY4" fmla="*/ 388077 h 2283299"/>
              <a:gd name="connsiteX5" fmla="*/ 359492 w 3781913"/>
              <a:gd name="connsiteY5" fmla="*/ 301883 h 2283299"/>
              <a:gd name="connsiteX6" fmla="*/ 499669 w 3781913"/>
              <a:gd name="connsiteY6" fmla="*/ 206142 h 2283299"/>
              <a:gd name="connsiteX7" fmla="*/ 824146 w 3781913"/>
              <a:gd name="connsiteY7" fmla="*/ 152521 h 2283299"/>
              <a:gd name="connsiteX8" fmla="*/ 1473335 w 3781913"/>
              <a:gd name="connsiteY8" fmla="*/ 101721 h 2283299"/>
              <a:gd name="connsiteX9" fmla="*/ 2071646 w 3781913"/>
              <a:gd name="connsiteY9" fmla="*/ 67854 h 2283299"/>
              <a:gd name="connsiteX10" fmla="*/ 2480869 w 3781913"/>
              <a:gd name="connsiteY10" fmla="*/ 33988 h 2283299"/>
              <a:gd name="connsiteX11" fmla="*/ 2842113 w 3781913"/>
              <a:gd name="connsiteY11" fmla="*/ 19876 h 2283299"/>
              <a:gd name="connsiteX12" fmla="*/ 3491224 w 3781913"/>
              <a:gd name="connsiteY12" fmla="*/ 2943 h 2283299"/>
              <a:gd name="connsiteX13" fmla="*/ 3781913 w 3781913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191990 w 3782600"/>
              <a:gd name="connsiteY3" fmla="*/ 504734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489613 w 3782600"/>
              <a:gd name="connsiteY6" fmla="*/ 230205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600" h="2283299">
                <a:moveTo>
                  <a:pt x="2670" y="2283299"/>
                </a:moveTo>
                <a:cubicBezTo>
                  <a:pt x="-6737" y="1737904"/>
                  <a:pt x="9386" y="1086218"/>
                  <a:pt x="40333" y="931454"/>
                </a:cubicBezTo>
                <a:cubicBezTo>
                  <a:pt x="71280" y="776690"/>
                  <a:pt x="96383" y="703054"/>
                  <a:pt x="123897" y="632825"/>
                </a:cubicBezTo>
                <a:cubicBezTo>
                  <a:pt x="151411" y="562596"/>
                  <a:pt x="178112" y="550872"/>
                  <a:pt x="205418" y="510081"/>
                </a:cubicBezTo>
                <a:cubicBezTo>
                  <a:pt x="232724" y="469290"/>
                  <a:pt x="261940" y="422777"/>
                  <a:pt x="287733" y="388077"/>
                </a:cubicBezTo>
                <a:cubicBezTo>
                  <a:pt x="313526" y="353377"/>
                  <a:pt x="326532" y="328195"/>
                  <a:pt x="360179" y="301883"/>
                </a:cubicBezTo>
                <a:cubicBezTo>
                  <a:pt x="393826" y="275571"/>
                  <a:pt x="412171" y="255099"/>
                  <a:pt x="489613" y="230205"/>
                </a:cubicBezTo>
                <a:cubicBezTo>
                  <a:pt x="567055" y="205311"/>
                  <a:pt x="660765" y="173935"/>
                  <a:pt x="824833" y="152521"/>
                </a:cubicBezTo>
                <a:cubicBezTo>
                  <a:pt x="988901" y="131107"/>
                  <a:pt x="1266105" y="115832"/>
                  <a:pt x="1474022" y="101721"/>
                </a:cubicBezTo>
                <a:cubicBezTo>
                  <a:pt x="1681939" y="87610"/>
                  <a:pt x="1904411" y="79143"/>
                  <a:pt x="2072333" y="67854"/>
                </a:cubicBezTo>
                <a:cubicBezTo>
                  <a:pt x="2240255" y="56565"/>
                  <a:pt x="2353145" y="41984"/>
                  <a:pt x="2481556" y="33988"/>
                </a:cubicBezTo>
                <a:cubicBezTo>
                  <a:pt x="2609967" y="25992"/>
                  <a:pt x="2842800" y="19876"/>
                  <a:pt x="2842800" y="19876"/>
                </a:cubicBezTo>
                <a:lnTo>
                  <a:pt x="3491911" y="2943"/>
                </a:lnTo>
                <a:cubicBezTo>
                  <a:pt x="3648544" y="-349"/>
                  <a:pt x="3715572" y="-114"/>
                  <a:pt x="3782600" y="121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06" name="Freeform: Shape 305">
            <a:extLst>
              <a:ext uri="{FF2B5EF4-FFF2-40B4-BE49-F238E27FC236}">
                <a16:creationId xmlns:a16="http://schemas.microsoft.com/office/drawing/2014/main" id="{02BEEB5F-6527-3648-0538-AF974DE1BB8D}"/>
              </a:ext>
            </a:extLst>
          </p:cNvPr>
          <p:cNvSpPr/>
          <p:nvPr/>
        </p:nvSpPr>
        <p:spPr>
          <a:xfrm>
            <a:off x="419428" y="6998647"/>
            <a:ext cx="5927558" cy="2286001"/>
          </a:xfrm>
          <a:custGeom>
            <a:avLst/>
            <a:gdLst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80210 w 5940926"/>
              <a:gd name="connsiteY2" fmla="*/ 1294063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302127 h 2286001"/>
              <a:gd name="connsiteX6" fmla="*/ 5927558 w 5927558"/>
              <a:gd name="connsiteY6" fmla="*/ 0 h 228600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254001 h 2286001"/>
              <a:gd name="connsiteX6" fmla="*/ 5927558 w 5927558"/>
              <a:gd name="connsiteY6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558" h="2286001">
                <a:moveTo>
                  <a:pt x="0" y="2286001"/>
                </a:moveTo>
                <a:cubicBezTo>
                  <a:pt x="0" y="2104413"/>
                  <a:pt x="3565" y="1907229"/>
                  <a:pt x="13368" y="1778001"/>
                </a:cubicBezTo>
                <a:cubicBezTo>
                  <a:pt x="23171" y="1648773"/>
                  <a:pt x="32083" y="1646099"/>
                  <a:pt x="58821" y="1510632"/>
                </a:cubicBezTo>
                <a:cubicBezTo>
                  <a:pt x="85559" y="1375165"/>
                  <a:pt x="84666" y="1264208"/>
                  <a:pt x="237958" y="1077496"/>
                </a:cubicBezTo>
                <a:cubicBezTo>
                  <a:pt x="391250" y="890784"/>
                  <a:pt x="785617" y="688029"/>
                  <a:pt x="1299410" y="550780"/>
                </a:cubicBezTo>
                <a:cubicBezTo>
                  <a:pt x="1813203" y="413531"/>
                  <a:pt x="2547130" y="325299"/>
                  <a:pt x="3320716" y="254001"/>
                </a:cubicBezTo>
                <a:cubicBezTo>
                  <a:pt x="4094302" y="182703"/>
                  <a:pt x="5004246" y="53919"/>
                  <a:pt x="5927558" y="0"/>
                </a:cubicBezTo>
              </a:path>
            </a:pathLst>
          </a:cu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D0B92B31-DBF2-4295-27E0-49C869341EEB}"/>
              </a:ext>
            </a:extLst>
          </p:cNvPr>
          <p:cNvSpPr txBox="1"/>
          <p:nvPr/>
        </p:nvSpPr>
        <p:spPr>
          <a:xfrm>
            <a:off x="1660559" y="7773854"/>
            <a:ext cx="4642783" cy="1431161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u="sng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(SUBJECTIVE) CATEGORIES OF SIMILARITY DEGREES BETWEEN ECFDs</a:t>
            </a:r>
          </a:p>
          <a:p>
            <a:endParaRPr lang="en-GB" sz="500" b="1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1100" b="1" dirty="0">
                <a:latin typeface="Aptos" panose="020B0004020202020204" pitchFamily="34" charset="0"/>
              </a:rPr>
              <a:t>MAE</a:t>
            </a:r>
            <a:r>
              <a:rPr lang="en-GB" sz="1100" b="1" baseline="-25000" dirty="0">
                <a:latin typeface="Aptos" panose="020B0004020202020204" pitchFamily="34" charset="0"/>
              </a:rPr>
              <a:t>NORM</a:t>
            </a:r>
            <a:r>
              <a:rPr lang="en-GB" sz="1100" b="1" dirty="0">
                <a:latin typeface="Aptos" panose="020B0004020202020204" pitchFamily="34" charset="0"/>
              </a:rPr>
              <a:t> = 0.097 -&gt; </a:t>
            </a:r>
            <a:r>
              <a:rPr lang="en-GB" sz="1100" u="sng" dirty="0">
                <a:latin typeface="Aptos" panose="020B0004020202020204" pitchFamily="34" charset="0"/>
              </a:rPr>
              <a:t>Good</a:t>
            </a:r>
            <a:r>
              <a:rPr lang="en-GB" sz="1100" dirty="0">
                <a:latin typeface="Aptos" panose="020B0004020202020204" pitchFamily="34" charset="0"/>
              </a:rPr>
              <a:t> ( &lt; 0.1 )</a:t>
            </a:r>
          </a:p>
          <a:p>
            <a:endParaRPr lang="en-GB" sz="4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1100" b="1" dirty="0">
                <a:solidFill>
                  <a:srgbClr val="0070C0"/>
                </a:solidFill>
                <a:latin typeface="Aptos" panose="020B0004020202020204" pitchFamily="34" charset="0"/>
              </a:rPr>
              <a:t>MAE</a:t>
            </a:r>
            <a:r>
              <a:rPr lang="en-GB" sz="1100" b="1" baseline="-25000" dirty="0">
                <a:solidFill>
                  <a:srgbClr val="0070C0"/>
                </a:solidFill>
                <a:latin typeface="Aptos" panose="020B0004020202020204" pitchFamily="34" charset="0"/>
              </a:rPr>
              <a:t>NORM</a:t>
            </a:r>
            <a:r>
              <a:rPr lang="en-GB" sz="1100" b="1" dirty="0">
                <a:solidFill>
                  <a:srgbClr val="0070C0"/>
                </a:solidFill>
                <a:latin typeface="Aptos" panose="020B0004020202020204" pitchFamily="34" charset="0"/>
              </a:rPr>
              <a:t> = 0.114 -&gt; </a:t>
            </a:r>
            <a:r>
              <a:rPr lang="en-GB" sz="1100" u="sng" dirty="0">
                <a:solidFill>
                  <a:srgbClr val="0070C0"/>
                </a:solidFill>
                <a:latin typeface="Aptos" panose="020B0004020202020204" pitchFamily="34" charset="0"/>
              </a:rPr>
              <a:t>Acceptable</a:t>
            </a:r>
            <a:r>
              <a:rPr lang="en-GB" sz="1100" dirty="0">
                <a:solidFill>
                  <a:srgbClr val="0070C0"/>
                </a:solidFill>
                <a:latin typeface="Aptos" panose="020B0004020202020204" pitchFamily="34" charset="0"/>
              </a:rPr>
              <a:t> ( between 0.1 and 0.3 )</a:t>
            </a:r>
          </a:p>
          <a:p>
            <a:endParaRPr lang="en-GB" sz="4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1100" b="1" dirty="0">
                <a:solidFill>
                  <a:srgbClr val="00B050"/>
                </a:solidFill>
                <a:latin typeface="Aptos" panose="020B0004020202020204" pitchFamily="34" charset="0"/>
              </a:rPr>
              <a:t>MAE</a:t>
            </a:r>
            <a:r>
              <a:rPr lang="en-GB" sz="11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NORM</a:t>
            </a:r>
            <a:r>
              <a:rPr lang="en-GB" sz="1100" b="1" dirty="0">
                <a:solidFill>
                  <a:srgbClr val="00B050"/>
                </a:solidFill>
                <a:latin typeface="Aptos" panose="020B0004020202020204" pitchFamily="34" charset="0"/>
              </a:rPr>
              <a:t> = 0.466 -&gt; </a:t>
            </a:r>
            <a:r>
              <a:rPr lang="en-GB" sz="1100" u="sng" dirty="0">
                <a:solidFill>
                  <a:srgbClr val="00B050"/>
                </a:solidFill>
                <a:latin typeface="Aptos" panose="020B0004020202020204" pitchFamily="34" charset="0"/>
              </a:rPr>
              <a:t>Intermediate</a:t>
            </a:r>
            <a:r>
              <a:rPr lang="en-GB" sz="1100" dirty="0">
                <a:solidFill>
                  <a:srgbClr val="00B050"/>
                </a:solidFill>
                <a:latin typeface="Aptos" panose="020B0004020202020204" pitchFamily="34" charset="0"/>
              </a:rPr>
              <a:t> ( between 0.3 and 0.5 )</a:t>
            </a:r>
          </a:p>
          <a:p>
            <a:endParaRPr lang="en-GB" sz="400" b="1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r>
              <a:rPr lang="en-GB" sz="1100" b="1" dirty="0">
                <a:solidFill>
                  <a:srgbClr val="D6A300"/>
                </a:solidFill>
                <a:latin typeface="Aptos" panose="020B0004020202020204" pitchFamily="34" charset="0"/>
              </a:rPr>
              <a:t>MAE</a:t>
            </a:r>
            <a:r>
              <a:rPr lang="en-GB" sz="1100" b="1" baseline="-25000" dirty="0">
                <a:solidFill>
                  <a:srgbClr val="D6A300"/>
                </a:solidFill>
                <a:latin typeface="Aptos" panose="020B0004020202020204" pitchFamily="34" charset="0"/>
              </a:rPr>
              <a:t>NORM</a:t>
            </a:r>
            <a:r>
              <a:rPr lang="en-GB" sz="1100" b="1" dirty="0">
                <a:solidFill>
                  <a:srgbClr val="D6A300"/>
                </a:solidFill>
                <a:latin typeface="Aptos" panose="020B0004020202020204" pitchFamily="34" charset="0"/>
              </a:rPr>
              <a:t> = 0.953 -&gt; </a:t>
            </a:r>
            <a:r>
              <a:rPr lang="en-GB" sz="1100" u="sng" dirty="0">
                <a:solidFill>
                  <a:srgbClr val="D6A300"/>
                </a:solidFill>
                <a:latin typeface="Aptos" panose="020B0004020202020204" pitchFamily="34" charset="0"/>
              </a:rPr>
              <a:t>Poor</a:t>
            </a:r>
            <a:r>
              <a:rPr lang="en-GB" sz="1100" dirty="0">
                <a:solidFill>
                  <a:srgbClr val="D6A300"/>
                </a:solidFill>
                <a:latin typeface="Aptos" panose="020B0004020202020204" pitchFamily="34" charset="0"/>
              </a:rPr>
              <a:t> ( between 0.5 and 1 )</a:t>
            </a:r>
          </a:p>
          <a:p>
            <a:endParaRPr lang="en-GB" sz="4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GB" sz="1100" b="1" dirty="0">
                <a:solidFill>
                  <a:srgbClr val="FF0066"/>
                </a:solidFill>
                <a:latin typeface="Aptos" panose="020B0004020202020204" pitchFamily="34" charset="0"/>
              </a:rPr>
              <a:t>MAE</a:t>
            </a:r>
            <a:r>
              <a:rPr lang="en-GB" sz="1100" b="1" baseline="-25000" dirty="0">
                <a:solidFill>
                  <a:srgbClr val="FF0066"/>
                </a:solidFill>
                <a:latin typeface="Aptos" panose="020B0004020202020204" pitchFamily="34" charset="0"/>
              </a:rPr>
              <a:t>NORM</a:t>
            </a:r>
            <a:r>
              <a:rPr lang="en-GB" sz="1100" b="1" dirty="0">
                <a:solidFill>
                  <a:srgbClr val="FF0066"/>
                </a:solidFill>
                <a:latin typeface="Aptos" panose="020B0004020202020204" pitchFamily="34" charset="0"/>
              </a:rPr>
              <a:t> = 2.091 -&gt; </a:t>
            </a:r>
            <a:r>
              <a:rPr lang="en-GB" sz="1100" u="sng" dirty="0">
                <a:solidFill>
                  <a:srgbClr val="FF0066"/>
                </a:solidFill>
                <a:latin typeface="Aptos" panose="020B0004020202020204" pitchFamily="34" charset="0"/>
              </a:rPr>
              <a:t>Very poor</a:t>
            </a:r>
            <a:r>
              <a:rPr lang="en-GB" sz="1100" dirty="0">
                <a:solidFill>
                  <a:srgbClr val="FF0066"/>
                </a:solidFill>
                <a:latin typeface="Aptos" panose="020B0004020202020204" pitchFamily="34" charset="0"/>
              </a:rPr>
              <a:t> ( &gt; 1 )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91900DA-D706-1947-F6C7-19E81C533DE9}"/>
              </a:ext>
            </a:extLst>
          </p:cNvPr>
          <p:cNvSpPr txBox="1"/>
          <p:nvPr/>
        </p:nvSpPr>
        <p:spPr>
          <a:xfrm rot="16200000">
            <a:off x="-1068293" y="8006340"/>
            <a:ext cx="2324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BBD2CD74-BABB-E137-B6F3-67A9EC2A103E}"/>
              </a:ext>
            </a:extLst>
          </p:cNvPr>
          <p:cNvSpPr txBox="1"/>
          <p:nvPr/>
        </p:nvSpPr>
        <p:spPr>
          <a:xfrm>
            <a:off x="424973" y="9390625"/>
            <a:ext cx="5938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410F8FC-FD7E-B965-43C0-C073BA38FDEA}"/>
              </a:ext>
            </a:extLst>
          </p:cNvPr>
          <p:cNvSpPr txBox="1"/>
          <p:nvPr/>
        </p:nvSpPr>
        <p:spPr>
          <a:xfrm>
            <a:off x="230079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1B139E9-B60F-8DC5-4698-E46D996E135A}"/>
              </a:ext>
            </a:extLst>
          </p:cNvPr>
          <p:cNvSpPr txBox="1"/>
          <p:nvPr/>
        </p:nvSpPr>
        <p:spPr>
          <a:xfrm>
            <a:off x="1218167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B2FE73D-1A85-7120-C1BA-ABFF01BDA2BA}"/>
              </a:ext>
            </a:extLst>
          </p:cNvPr>
          <p:cNvSpPr txBox="1"/>
          <p:nvPr/>
        </p:nvSpPr>
        <p:spPr>
          <a:xfrm>
            <a:off x="2206255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B97282F-EC19-F270-21D1-819F8129FCFB}"/>
              </a:ext>
            </a:extLst>
          </p:cNvPr>
          <p:cNvSpPr txBox="1"/>
          <p:nvPr/>
        </p:nvSpPr>
        <p:spPr>
          <a:xfrm>
            <a:off x="3194343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60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3E7BD14-F91D-EA1E-463A-D33F3F716C2B}"/>
              </a:ext>
            </a:extLst>
          </p:cNvPr>
          <p:cNvSpPr txBox="1"/>
          <p:nvPr/>
        </p:nvSpPr>
        <p:spPr>
          <a:xfrm>
            <a:off x="4182431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80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EEBD1D0-5D96-AB50-8217-811D1E099C2B}"/>
              </a:ext>
            </a:extLst>
          </p:cNvPr>
          <p:cNvSpPr txBox="1"/>
          <p:nvPr/>
        </p:nvSpPr>
        <p:spPr>
          <a:xfrm>
            <a:off x="6158605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120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B572D9E-2E69-C208-B7A7-FFB5922A49D0}"/>
              </a:ext>
            </a:extLst>
          </p:cNvPr>
          <p:cNvSpPr txBox="1"/>
          <p:nvPr/>
        </p:nvSpPr>
        <p:spPr>
          <a:xfrm>
            <a:off x="5170519" y="9248076"/>
            <a:ext cx="40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6404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288</Words>
  <Application>Microsoft Office PowerPoint</Application>
  <PresentationFormat>Custom</PresentationFormat>
  <Paragraphs>93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2024-10-09T08:43:31Z</dcterms:created>
  <dcterms:modified xsi:type="dcterms:W3CDTF">2026-02-03T17:14:14Z</dcterms:modified>
</cp:coreProperties>
</file>