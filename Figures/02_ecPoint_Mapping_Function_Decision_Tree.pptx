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  <p:sldId id="256" r:id="rId3"/>
  </p:sldIdLst>
  <p:sldSz cx="5940425" cy="8189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2B43E-3A76-44CE-A7FF-9FD2EA411EC7}" v="18" dt="2026-02-03T16:28:12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>
        <p:scale>
          <a:sx n="70" d="100"/>
          <a:sy n="70" d="100"/>
        </p:scale>
        <p:origin x="3444" y="6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custSel addSld modSld sldOrd">
      <pc:chgData name="Fatima Pillosu" userId="a6295d4dc9e22643" providerId="LiveId" clId="{87453732-75AC-4426-B5D3-B7C69C2D4F54}" dt="2026-02-03T16:28:12.163" v="233"/>
      <pc:docMkLst>
        <pc:docMk/>
      </pc:docMkLst>
      <pc:sldChg chg="addSp delSp modSp mod delAnim modAnim">
        <pc:chgData name="Fatima Pillosu" userId="a6295d4dc9e22643" providerId="LiveId" clId="{87453732-75AC-4426-B5D3-B7C69C2D4F54}" dt="2026-02-03T16:26:47.376" v="224" actId="164"/>
        <pc:sldMkLst>
          <pc:docMk/>
          <pc:sldMk cId="118045167" sldId="256"/>
        </pc:sldMkLst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2" creationId="{8B0DA195-B0CA-6D8B-7DF5-31F6319FCB09}"/>
          </ac:spMkLst>
        </pc:spChg>
        <pc:spChg chg="del mod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15" creationId="{A1D33595-7FEF-53A2-512A-61146AC250C5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45" creationId="{6C1E53C8-E6B1-5B6C-777E-B9314C07B343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549" creationId="{DD0CFE7D-1C04-ABA1-31B9-7C2A415565B3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553" creationId="{2F8776D1-7E4E-91BB-3D06-FBA55F5A80F5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558" creationId="{A9D29B85-43D1-ABBB-847F-D4972A8E9B12}"/>
          </ac:spMkLst>
        </pc:spChg>
        <pc:spChg chg="del mod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640" creationId="{2F99C96C-DD3B-58B9-AE63-1B114E0F014B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694" creationId="{2B699000-ED7E-C2F2-63FB-1C6BD14392C8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00" creationId="{B35FEF63-C192-14DF-107D-C62BA44F1ED8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05" creationId="{63D808C7-5C6B-D60D-6E22-CD14550D35D5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13" creationId="{15FD003F-BBD5-5F51-52AF-9E35B3EB33F9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14" creationId="{6A8BD231-0C6E-38AC-84FD-01F3547E1375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19" creationId="{B5BD08C9-137B-7E59-12B1-FDF198AABE7D}"/>
          </ac:spMkLst>
        </pc:spChg>
        <pc:spChg chg="del mod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20" creationId="{5A5A82FD-66EE-B741-55F4-53BE0A2A6018}"/>
          </ac:spMkLst>
        </pc:spChg>
        <pc:spChg chg="del mod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39" creationId="{402D41CA-166E-D485-0B2E-19B642F168A0}"/>
          </ac:spMkLst>
        </pc:spChg>
        <pc:spChg chg="mod">
          <ac:chgData name="Fatima Pillosu" userId="a6295d4dc9e22643" providerId="LiveId" clId="{87453732-75AC-4426-B5D3-B7C69C2D4F54}" dt="2026-02-03T16:26:20.191" v="220" actId="14100"/>
          <ac:spMkLst>
            <pc:docMk/>
            <pc:sldMk cId="118045167" sldId="256"/>
            <ac:spMk id="746" creationId="{B5A0B48F-4B20-E4FD-0A2D-DA2EB8385FF6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753" creationId="{EEDBCD5F-7973-9D88-1F3D-346760E66252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766" creationId="{7468BF2C-8EB4-2012-8236-3CACE99B2949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770" creationId="{5865E292-29BB-1D14-DDEF-016538997A04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772" creationId="{644C8DDC-DDE3-AED9-0BB5-1ADF3EB3EAC1}"/>
          </ac:spMkLst>
        </pc:spChg>
        <pc:spChg chg="add 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779" creationId="{EF0F9670-B9DC-3A8F-9F02-A2C0701FD1FA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785" creationId="{25CF370B-5B63-69E2-972C-955347231647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790" creationId="{959F2136-11A8-B5AD-410C-A45BBF48D851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792" creationId="{8179F2E5-C6FF-A5D5-BBF7-88A77515CE9A}"/>
          </ac:spMkLst>
        </pc:spChg>
        <pc:spChg chg="add 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794" creationId="{78D33D84-34D1-8387-09A4-1EA34B3769AE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0" creationId="{6A5F783F-4454-E7E5-F050-00FCB38103F6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1" creationId="{15FD003F-BBD5-5F51-52AF-9E35B3EB33F9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2" creationId="{6A8BD231-0C6E-38AC-84FD-01F3547E1375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5" creationId="{5CD3C202-C2E4-81A3-5E2C-5AE16B3A55D1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8" creationId="{5A5A82FD-66EE-B741-55F4-53BE0A2A6018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811" creationId="{C729B2FE-2F22-46F6-3E91-9BC0BE993564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817" creationId="{FCC45529-6055-C58D-5B60-13F401179F4A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18" creationId="{8C54A99F-18DF-C081-2270-42F08648AE8F}"/>
          </ac:spMkLst>
        </pc:spChg>
        <pc:spChg chg="mod">
          <ac:chgData name="Fatima Pillosu" userId="a6295d4dc9e22643" providerId="LiveId" clId="{87453732-75AC-4426-B5D3-B7C69C2D4F54}" dt="2026-02-03T16:19:20.524" v="130" actId="255"/>
          <ac:spMkLst>
            <pc:docMk/>
            <pc:sldMk cId="118045167" sldId="256"/>
            <ac:spMk id="825" creationId="{AB3851F4-A68B-CC96-F21E-942109A6FA75}"/>
          </ac:spMkLst>
        </pc:spChg>
        <pc:spChg chg="mod">
          <ac:chgData name="Fatima Pillosu" userId="a6295d4dc9e22643" providerId="LiveId" clId="{87453732-75AC-4426-B5D3-B7C69C2D4F54}" dt="2026-02-03T16:20:15.997" v="135" actId="14100"/>
          <ac:spMkLst>
            <pc:docMk/>
            <pc:sldMk cId="118045167" sldId="256"/>
            <ac:spMk id="826" creationId="{28B884CB-BF57-8119-58D1-AA624199839B}"/>
          </ac:spMkLst>
        </pc:spChg>
        <pc:spChg chg="mod">
          <ac:chgData name="Fatima Pillosu" userId="a6295d4dc9e22643" providerId="LiveId" clId="{87453732-75AC-4426-B5D3-B7C69C2D4F54}" dt="2026-02-03T16:20:21.736" v="136" actId="14100"/>
          <ac:spMkLst>
            <pc:docMk/>
            <pc:sldMk cId="118045167" sldId="256"/>
            <ac:spMk id="827" creationId="{402D41CA-166E-D485-0B2E-19B642F168A0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831" creationId="{E1A55C33-BB0C-737D-30EF-A977155E1647}"/>
          </ac:spMkLst>
        </pc:spChg>
        <pc:spChg chg="add 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833" creationId="{EBB2C3BF-B1CA-A006-7BE4-A30678D35AC9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839" creationId="{20F27438-3CF1-9E16-6A24-36B600AA59B5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840" creationId="{69E5421E-7F20-68C8-3C3B-5684A8FA8020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843" creationId="{3BBE43AC-440B-6B8D-0411-E79039DF74C0}"/>
          </ac:spMkLst>
        </pc:spChg>
      </pc:sldChg>
      <pc:sldChg chg="addSp delSp modSp new mod ord">
        <pc:chgData name="Fatima Pillosu" userId="a6295d4dc9e22643" providerId="LiveId" clId="{87453732-75AC-4426-B5D3-B7C69C2D4F54}" dt="2026-02-03T16:28:12.163" v="233"/>
        <pc:sldMkLst>
          <pc:docMk/>
          <pc:sldMk cId="1173365369" sldId="257"/>
        </pc:sldMkLst>
        <pc:spChg chg="del">
          <ac:chgData name="Fatima Pillosu" userId="a6295d4dc9e22643" providerId="LiveId" clId="{87453732-75AC-4426-B5D3-B7C69C2D4F54}" dt="2026-02-03T16:20:08.724" v="133" actId="478"/>
          <ac:spMkLst>
            <pc:docMk/>
            <pc:sldMk cId="1173365369" sldId="257"/>
            <ac:spMk id="2" creationId="{794E99FE-98C3-01B3-F8CB-2C670421AC3B}"/>
          </ac:spMkLst>
        </pc:spChg>
        <pc:spChg chg="del">
          <ac:chgData name="Fatima Pillosu" userId="a6295d4dc9e22643" providerId="LiveId" clId="{87453732-75AC-4426-B5D3-B7C69C2D4F54}" dt="2026-02-03T16:20:10.161" v="134" actId="478"/>
          <ac:spMkLst>
            <pc:docMk/>
            <pc:sldMk cId="1173365369" sldId="257"/>
            <ac:spMk id="3" creationId="{83298152-C0DA-63F9-70AF-06B44304CBCD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13" creationId="{93D31894-6EEE-4090-BA1A-30C11122E539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14" creationId="{E175EA0F-9A0F-FE58-4C68-0F7DB6F4E349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15" creationId="{E56CE646-7B88-6278-9CD4-E48059A03F62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22" creationId="{F0E9E567-86AC-4339-046E-3DAD076DA03A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24" creationId="{C81C1B88-1AC5-7D41-A113-A9F558D582CB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26" creationId="{D58D05FC-1145-39B4-CAC5-6F85E503C048}"/>
          </ac:spMkLst>
        </pc:spChg>
        <pc:spChg chg="del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27" creationId="{06E279A5-A156-0988-88D4-7D4C610394BE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34" creationId="{9A6105F8-B3D0-F586-79BE-E433C6C6F0B6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43" creationId="{46ADF1AB-371A-6308-2089-9674B63C869A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46" creationId="{CFF047F2-018B-4661-8883-E7ADFCF70987}"/>
          </ac:spMkLst>
        </pc:spChg>
        <pc:spChg chg="mod">
          <ac:chgData name="Fatima Pillosu" userId="a6295d4dc9e22643" providerId="LiveId" clId="{87453732-75AC-4426-B5D3-B7C69C2D4F54}" dt="2026-02-03T16:22:12.966" v="158" actId="164"/>
          <ac:spMkLst>
            <pc:docMk/>
            <pc:sldMk cId="1173365369" sldId="257"/>
            <ac:spMk id="48" creationId="{5916A6C5-A1A2-DBA1-3766-97618E782D74}"/>
          </ac:spMkLst>
        </pc:spChg>
        <pc:spChg chg="mod">
          <ac:chgData name="Fatima Pillosu" userId="a6295d4dc9e22643" providerId="LiveId" clId="{87453732-75AC-4426-B5D3-B7C69C2D4F54}" dt="2026-02-03T16:22:12.966" v="158" actId="164"/>
          <ac:spMkLst>
            <pc:docMk/>
            <pc:sldMk cId="1173365369" sldId="257"/>
            <ac:spMk id="49" creationId="{FE555734-9C42-5B23-6A7E-99963A923D00}"/>
          </ac:spMkLst>
        </pc:spChg>
        <pc:spChg chg="del mod">
          <ac:chgData name="Fatima Pillosu" userId="a6295d4dc9e22643" providerId="LiveId" clId="{87453732-75AC-4426-B5D3-B7C69C2D4F54}" dt="2026-02-03T16:28:01.615" v="232" actId="21"/>
          <ac:spMkLst>
            <pc:docMk/>
            <pc:sldMk cId="1173365369" sldId="257"/>
            <ac:spMk id="50" creationId="{20FF7BAB-47B6-DC9B-1471-10D1EBB6DE78}"/>
          </ac:spMkLst>
        </pc:spChg>
        <pc:spChg chg="del mod">
          <ac:chgData name="Fatima Pillosu" userId="a6295d4dc9e22643" providerId="LiveId" clId="{87453732-75AC-4426-B5D3-B7C69C2D4F54}" dt="2026-02-03T16:28:01.615" v="232" actId="21"/>
          <ac:spMkLst>
            <pc:docMk/>
            <pc:sldMk cId="1173365369" sldId="257"/>
            <ac:spMk id="51" creationId="{520D5701-7F3D-5B10-826F-8DED129EA10E}"/>
          </ac:spMkLst>
        </pc:spChg>
        <pc:spChg chg="del mod">
          <ac:chgData name="Fatima Pillosu" userId="a6295d4dc9e22643" providerId="LiveId" clId="{87453732-75AC-4426-B5D3-B7C69C2D4F54}" dt="2026-02-03T16:23:03.752" v="168" actId="478"/>
          <ac:spMkLst>
            <pc:docMk/>
            <pc:sldMk cId="1173365369" sldId="257"/>
            <ac:spMk id="52" creationId="{412C2244-44D2-7F49-C982-4650BE2E870A}"/>
          </ac:spMkLst>
        </pc:spChg>
        <pc:spChg chg="add mod">
          <ac:chgData name="Fatima Pillosu" userId="a6295d4dc9e22643" providerId="LiveId" clId="{87453732-75AC-4426-B5D3-B7C69C2D4F54}" dt="2026-02-03T16:22:12.966" v="158" actId="164"/>
          <ac:spMkLst>
            <pc:docMk/>
            <pc:sldMk cId="1173365369" sldId="257"/>
            <ac:spMk id="53" creationId="{DD35CE4F-3F57-75CC-C343-3C4B0A84494F}"/>
          </ac:spMkLst>
        </pc:spChg>
        <pc:spChg chg="add del mod">
          <ac:chgData name="Fatima Pillosu" userId="a6295d4dc9e22643" providerId="LiveId" clId="{87453732-75AC-4426-B5D3-B7C69C2D4F54}" dt="2026-02-03T16:28:01.615" v="232" actId="21"/>
          <ac:spMkLst>
            <pc:docMk/>
            <pc:sldMk cId="1173365369" sldId="257"/>
            <ac:spMk id="57" creationId="{1FD2D555-4848-ADE8-60F1-4D21ED0C26ED}"/>
          </ac:spMkLst>
        </pc:spChg>
        <pc:spChg chg="add del">
          <ac:chgData name="Fatima Pillosu" userId="a6295d4dc9e22643" providerId="LiveId" clId="{87453732-75AC-4426-B5D3-B7C69C2D4F54}" dt="2026-02-03T16:27:59.947" v="231" actId="478"/>
          <ac:spMkLst>
            <pc:docMk/>
            <pc:sldMk cId="1173365369" sldId="257"/>
            <ac:spMk id="60" creationId="{DBF808C6-F3BD-6C48-D7F4-80E0D0996CD2}"/>
          </ac:spMkLst>
        </pc:spChg>
        <pc:spChg chg="add mod">
          <ac:chgData name="Fatima Pillosu" userId="a6295d4dc9e22643" providerId="LiveId" clId="{87453732-75AC-4426-B5D3-B7C69C2D4F54}" dt="2026-02-03T16:28:12.163" v="233"/>
          <ac:spMkLst>
            <pc:docMk/>
            <pc:sldMk cId="1173365369" sldId="257"/>
            <ac:spMk id="61" creationId="{20FF7BAB-47B6-DC9B-1471-10D1EBB6DE78}"/>
          </ac:spMkLst>
        </pc:spChg>
        <pc:spChg chg="add mod">
          <ac:chgData name="Fatima Pillosu" userId="a6295d4dc9e22643" providerId="LiveId" clId="{87453732-75AC-4426-B5D3-B7C69C2D4F54}" dt="2026-02-03T16:28:12.163" v="233"/>
          <ac:spMkLst>
            <pc:docMk/>
            <pc:sldMk cId="1173365369" sldId="257"/>
            <ac:spMk id="62" creationId="{520D5701-7F3D-5B10-826F-8DED129EA10E}"/>
          </ac:spMkLst>
        </pc:spChg>
        <pc:spChg chg="add mod">
          <ac:chgData name="Fatima Pillosu" userId="a6295d4dc9e22643" providerId="LiveId" clId="{87453732-75AC-4426-B5D3-B7C69C2D4F54}" dt="2026-02-03T16:28:12.163" v="233"/>
          <ac:spMkLst>
            <pc:docMk/>
            <pc:sldMk cId="1173365369" sldId="257"/>
            <ac:spMk id="65" creationId="{1FD2D555-4848-ADE8-60F1-4D21ED0C26ED}"/>
          </ac:spMkLst>
        </pc:spChg>
        <pc:grpChg chg="add del mod">
          <ac:chgData name="Fatima Pillosu" userId="a6295d4dc9e22643" providerId="LiveId" clId="{87453732-75AC-4426-B5D3-B7C69C2D4F54}" dt="2026-02-03T16:23:03.752" v="168" actId="478"/>
          <ac:grpSpMkLst>
            <pc:docMk/>
            <pc:sldMk cId="1173365369" sldId="257"/>
            <ac:grpSpMk id="54" creationId="{2795960A-7B92-2DC2-4A4F-C95F4DB52424}"/>
          </ac:grpSpMkLst>
        </pc:grpChg>
        <pc:picChg chg="add del mod">
          <ac:chgData name="Fatima Pillosu" userId="a6295d4dc9e22643" providerId="LiveId" clId="{87453732-75AC-4426-B5D3-B7C69C2D4F54}" dt="2026-02-03T16:28:01.615" v="232" actId="21"/>
          <ac:picMkLst>
            <pc:docMk/>
            <pc:sldMk cId="1173365369" sldId="257"/>
            <ac:picMk id="55" creationId="{054FF7A4-BF32-5527-D8ED-63FA9618621F}"/>
          </ac:picMkLst>
        </pc:picChg>
        <pc:picChg chg="add del mod">
          <ac:chgData name="Fatima Pillosu" userId="a6295d4dc9e22643" providerId="LiveId" clId="{87453732-75AC-4426-B5D3-B7C69C2D4F54}" dt="2026-02-03T16:28:01.615" v="232" actId="21"/>
          <ac:picMkLst>
            <pc:docMk/>
            <pc:sldMk cId="1173365369" sldId="257"/>
            <ac:picMk id="56" creationId="{75F58BB9-DA20-3611-5A0B-EB3E76244253}"/>
          </ac:picMkLst>
        </pc:picChg>
        <pc:picChg chg="add del mod">
          <ac:chgData name="Fatima Pillosu" userId="a6295d4dc9e22643" providerId="LiveId" clId="{87453732-75AC-4426-B5D3-B7C69C2D4F54}" dt="2026-02-03T16:26:52.174" v="225" actId="478"/>
          <ac:picMkLst>
            <pc:docMk/>
            <pc:sldMk cId="1173365369" sldId="257"/>
            <ac:picMk id="58" creationId="{A6B69136-36E6-6107-7050-5CF063EEF5F3}"/>
          </ac:picMkLst>
        </pc:picChg>
        <pc:picChg chg="add del mod">
          <ac:chgData name="Fatima Pillosu" userId="a6295d4dc9e22643" providerId="LiveId" clId="{87453732-75AC-4426-B5D3-B7C69C2D4F54}" dt="2026-02-03T16:28:01.615" v="232" actId="21"/>
          <ac:picMkLst>
            <pc:docMk/>
            <pc:sldMk cId="1173365369" sldId="257"/>
            <ac:picMk id="59" creationId="{EF53FD3E-3C69-7B2D-9EFA-5B799A595DFE}"/>
          </ac:picMkLst>
        </pc:picChg>
        <pc:picChg chg="add mod">
          <ac:chgData name="Fatima Pillosu" userId="a6295d4dc9e22643" providerId="LiveId" clId="{87453732-75AC-4426-B5D3-B7C69C2D4F54}" dt="2026-02-03T16:28:12.163" v="233"/>
          <ac:picMkLst>
            <pc:docMk/>
            <pc:sldMk cId="1173365369" sldId="257"/>
            <ac:picMk id="63" creationId="{054FF7A4-BF32-5527-D8ED-63FA9618621F}"/>
          </ac:picMkLst>
        </pc:picChg>
        <pc:picChg chg="add mod">
          <ac:chgData name="Fatima Pillosu" userId="a6295d4dc9e22643" providerId="LiveId" clId="{87453732-75AC-4426-B5D3-B7C69C2D4F54}" dt="2026-02-03T16:28:12.163" v="233"/>
          <ac:picMkLst>
            <pc:docMk/>
            <pc:sldMk cId="1173365369" sldId="257"/>
            <ac:picMk id="64" creationId="{75F58BB9-DA20-3611-5A0B-EB3E76244253}"/>
          </ac:picMkLst>
        </pc:picChg>
        <pc:picChg chg="add mod">
          <ac:chgData name="Fatima Pillosu" userId="a6295d4dc9e22643" providerId="LiveId" clId="{87453732-75AC-4426-B5D3-B7C69C2D4F54}" dt="2026-02-03T16:28:12.163" v="233"/>
          <ac:picMkLst>
            <pc:docMk/>
            <pc:sldMk cId="1173365369" sldId="257"/>
            <ac:picMk id="66" creationId="{EF53FD3E-3C69-7B2D-9EFA-5B799A595D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340341"/>
            <a:ext cx="5049361" cy="2851303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4301601"/>
            <a:ext cx="4455319" cy="1977333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23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66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2041793"/>
            <a:ext cx="5123617" cy="3406776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5480798"/>
            <a:ext cx="5123617" cy="1791543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82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82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63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2180185"/>
            <a:ext cx="2524681" cy="519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2180185"/>
            <a:ext cx="2524681" cy="519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372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36039"/>
            <a:ext cx="5123617" cy="15830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2007667"/>
            <a:ext cx="2513078" cy="983926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991593"/>
            <a:ext cx="2513078" cy="4400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2007667"/>
            <a:ext cx="2525454" cy="983926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991593"/>
            <a:ext cx="2525454" cy="4400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36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83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13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545994"/>
            <a:ext cx="1915942" cy="1910980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1179197"/>
            <a:ext cx="3007340" cy="5820147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2456974"/>
            <a:ext cx="1915942" cy="4551848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61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545994"/>
            <a:ext cx="1915942" cy="1910980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1179197"/>
            <a:ext cx="3007340" cy="5820147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2456974"/>
            <a:ext cx="1915942" cy="4551848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79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60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436037"/>
            <a:ext cx="1280904" cy="6940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436037"/>
            <a:ext cx="3768457" cy="6940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41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436039"/>
            <a:ext cx="5123617" cy="1583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2180185"/>
            <a:ext cx="5123617" cy="5196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7590838"/>
            <a:ext cx="1336596" cy="436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7590838"/>
            <a:ext cx="2004893" cy="436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7590838"/>
            <a:ext cx="1336596" cy="436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46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20FF7BAB-47B6-DC9B-1471-10D1EBB6DE78}"/>
              </a:ext>
            </a:extLst>
          </p:cNvPr>
          <p:cNvSpPr txBox="1"/>
          <p:nvPr/>
        </p:nvSpPr>
        <p:spPr>
          <a:xfrm>
            <a:off x="-61498" y="-31242"/>
            <a:ext cx="6013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Graphical representation of the ecPoint post-processing technique</a:t>
            </a:r>
          </a:p>
          <a:p>
            <a:pPr defTabSz="914126" eaLnBrk="0" fontAlgn="base" hangingPunct="0"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Mapping function and decision tree</a:t>
            </a:r>
            <a:endParaRPr lang="en-GB" sz="1400" dirty="0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0D5701-7F3D-5B10-826F-8DED129EA10E}"/>
              </a:ext>
            </a:extLst>
          </p:cNvPr>
          <p:cNvSpPr txBox="1"/>
          <p:nvPr/>
        </p:nvSpPr>
        <p:spPr>
          <a:xfrm>
            <a:off x="-61498" y="466968"/>
            <a:ext cx="6013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(a) Error formulation for accumulated variables (Forecast Error Ratio, FER), and errors’ distribution for all cases in the training dataset (Mapping Function, MF)</a:t>
            </a:r>
            <a:endParaRPr lang="en-GB" sz="1000" dirty="0">
              <a:solidFill>
                <a:schemeClr val="tx1">
                  <a:lumMod val="65000"/>
                  <a:lumOff val="3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054FF7A4-BF32-5527-D8ED-63FA96186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" y="1142857"/>
            <a:ext cx="1394833" cy="132438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5F58BB9-DA20-3611-5A0B-EB3E76244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6" y="867078"/>
            <a:ext cx="4410462" cy="2333145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FD2D555-4848-ADE8-60F1-4D21ED0C26ED}"/>
              </a:ext>
            </a:extLst>
          </p:cNvPr>
          <p:cNvSpPr txBox="1"/>
          <p:nvPr/>
        </p:nvSpPr>
        <p:spPr>
          <a:xfrm>
            <a:off x="-61497" y="3260558"/>
            <a:ext cx="6013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(b) Univariate and multivariate ecPoint represented, respectively, as a “single-leaf” and “multiple-leaf” decision tree (DT) 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F53FD3E-3C69-7B2D-9EFA-5B799A595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635658"/>
            <a:ext cx="5940425" cy="45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6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roup 843">
            <a:extLst>
              <a:ext uri="{FF2B5EF4-FFF2-40B4-BE49-F238E27FC236}">
                <a16:creationId xmlns:a16="http://schemas.microsoft.com/office/drawing/2014/main" id="{0E67CE3E-3694-1A7E-A73B-013E15A5E2C9}"/>
              </a:ext>
            </a:extLst>
          </p:cNvPr>
          <p:cNvGrpSpPr/>
          <p:nvPr/>
        </p:nvGrpSpPr>
        <p:grpSpPr>
          <a:xfrm>
            <a:off x="1595879" y="191376"/>
            <a:ext cx="5257505" cy="2765563"/>
            <a:chOff x="1595878" y="668419"/>
            <a:chExt cx="5257505" cy="2765563"/>
          </a:xfrm>
        </p:grpSpPr>
        <p:sp>
          <p:nvSpPr>
            <p:cNvPr id="779" name="TextBox 778">
              <a:extLst>
                <a:ext uri="{FF2B5EF4-FFF2-40B4-BE49-F238E27FC236}">
                  <a16:creationId xmlns:a16="http://schemas.microsoft.com/office/drawing/2014/main" id="{EF0F9670-B9DC-3A8F-9F02-A2C0701FD1FA}"/>
                </a:ext>
              </a:extLst>
            </p:cNvPr>
            <p:cNvSpPr txBox="1"/>
            <p:nvPr/>
          </p:nvSpPr>
          <p:spPr>
            <a:xfrm rot="16200000">
              <a:off x="695239" y="1672221"/>
              <a:ext cx="20167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Relative Frequencies [-]</a:t>
              </a:r>
            </a:p>
          </p:txBody>
        </p:sp>
        <p:pic>
          <p:nvPicPr>
            <p:cNvPr id="780" name="Picture 779">
              <a:extLst>
                <a:ext uri="{FF2B5EF4-FFF2-40B4-BE49-F238E27FC236}">
                  <a16:creationId xmlns:a16="http://schemas.microsoft.com/office/drawing/2014/main" id="{8627EE3F-3DF7-20A6-E100-6B8CFCFCDC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35" t="4553" r="1694" b="13573"/>
            <a:stretch/>
          </p:blipFill>
          <p:spPr>
            <a:xfrm>
              <a:off x="1994063" y="771584"/>
              <a:ext cx="4859320" cy="2059447"/>
            </a:xfrm>
            <a:prstGeom prst="rect">
              <a:avLst/>
            </a:prstGeom>
          </p:spPr>
        </p:pic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6C4BD190-4A31-4B05-5804-402F2B2986C3}"/>
                </a:ext>
              </a:extLst>
            </p:cNvPr>
            <p:cNvSpPr/>
            <p:nvPr/>
          </p:nvSpPr>
          <p:spPr>
            <a:xfrm>
              <a:off x="2061871" y="889397"/>
              <a:ext cx="2661540" cy="1388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2B699000-ED7E-C2F2-63FB-1C6BD14392C8}"/>
                </a:ext>
              </a:extLst>
            </p:cNvPr>
            <p:cNvSpPr/>
            <p:nvPr/>
          </p:nvSpPr>
          <p:spPr>
            <a:xfrm>
              <a:off x="3061164" y="1100747"/>
              <a:ext cx="331426" cy="1388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70AE80CA-AA85-D6FC-EB86-E2B842DBB6D2}"/>
                </a:ext>
              </a:extLst>
            </p:cNvPr>
            <p:cNvSpPr/>
            <p:nvPr/>
          </p:nvSpPr>
          <p:spPr>
            <a:xfrm>
              <a:off x="4609791" y="1318249"/>
              <a:ext cx="2164332" cy="14173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F52FF645-5230-0124-ABD4-9D75899ED511}"/>
                </a:ext>
              </a:extLst>
            </p:cNvPr>
            <p:cNvSpPr/>
            <p:nvPr/>
          </p:nvSpPr>
          <p:spPr>
            <a:xfrm>
              <a:off x="4846274" y="1399655"/>
              <a:ext cx="37798" cy="1388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85" name="TextBox 784">
              <a:extLst>
                <a:ext uri="{FF2B5EF4-FFF2-40B4-BE49-F238E27FC236}">
                  <a16:creationId xmlns:a16="http://schemas.microsoft.com/office/drawing/2014/main" id="{25CF370B-5B63-69E2-972C-955347231647}"/>
                </a:ext>
              </a:extLst>
            </p:cNvPr>
            <p:cNvSpPr txBox="1"/>
            <p:nvPr/>
          </p:nvSpPr>
          <p:spPr>
            <a:xfrm>
              <a:off x="1994063" y="3218538"/>
              <a:ext cx="485164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FER [-]</a:t>
              </a:r>
            </a:p>
          </p:txBody>
        </p:sp>
        <p:sp>
          <p:nvSpPr>
            <p:cNvPr id="786" name="TextBox 785">
              <a:extLst>
                <a:ext uri="{FF2B5EF4-FFF2-40B4-BE49-F238E27FC236}">
                  <a16:creationId xmlns:a16="http://schemas.microsoft.com/office/drawing/2014/main" id="{E34E8169-914B-50F7-97EC-E135BD3EC066}"/>
                </a:ext>
              </a:extLst>
            </p:cNvPr>
            <p:cNvSpPr txBox="1"/>
            <p:nvPr/>
          </p:nvSpPr>
          <p:spPr>
            <a:xfrm>
              <a:off x="1705407" y="1892923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0.4</a:t>
              </a:r>
            </a:p>
          </p:txBody>
        </p:sp>
        <p:sp>
          <p:nvSpPr>
            <p:cNvPr id="787" name="TextBox 786">
              <a:extLst>
                <a:ext uri="{FF2B5EF4-FFF2-40B4-BE49-F238E27FC236}">
                  <a16:creationId xmlns:a16="http://schemas.microsoft.com/office/drawing/2014/main" id="{76A7B3DF-0818-6724-1275-A9CC71FA91BA}"/>
                </a:ext>
              </a:extLst>
            </p:cNvPr>
            <p:cNvSpPr txBox="1"/>
            <p:nvPr/>
          </p:nvSpPr>
          <p:spPr>
            <a:xfrm>
              <a:off x="1705407" y="2097007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0.3</a:t>
              </a:r>
            </a:p>
          </p:txBody>
        </p:sp>
        <p:sp>
          <p:nvSpPr>
            <p:cNvPr id="788" name="TextBox 787">
              <a:extLst>
                <a:ext uri="{FF2B5EF4-FFF2-40B4-BE49-F238E27FC236}">
                  <a16:creationId xmlns:a16="http://schemas.microsoft.com/office/drawing/2014/main" id="{B35FEF63-C192-14DF-107D-C62BA44F1ED8}"/>
                </a:ext>
              </a:extLst>
            </p:cNvPr>
            <p:cNvSpPr txBox="1"/>
            <p:nvPr/>
          </p:nvSpPr>
          <p:spPr>
            <a:xfrm>
              <a:off x="1705407" y="2301091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0.2</a:t>
              </a:r>
            </a:p>
          </p:txBody>
        </p:sp>
        <p:sp>
          <p:nvSpPr>
            <p:cNvPr id="789" name="TextBox 788">
              <a:extLst>
                <a:ext uri="{FF2B5EF4-FFF2-40B4-BE49-F238E27FC236}">
                  <a16:creationId xmlns:a16="http://schemas.microsoft.com/office/drawing/2014/main" id="{F82216EF-4E08-7523-1C33-63C93BFE2023}"/>
                </a:ext>
              </a:extLst>
            </p:cNvPr>
            <p:cNvSpPr txBox="1"/>
            <p:nvPr/>
          </p:nvSpPr>
          <p:spPr>
            <a:xfrm>
              <a:off x="1705407" y="2505175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0.1</a:t>
              </a:r>
            </a:p>
          </p:txBody>
        </p:sp>
        <p:sp>
          <p:nvSpPr>
            <p:cNvPr id="790" name="TextBox 789">
              <a:extLst>
                <a:ext uri="{FF2B5EF4-FFF2-40B4-BE49-F238E27FC236}">
                  <a16:creationId xmlns:a16="http://schemas.microsoft.com/office/drawing/2014/main" id="{959F2136-11A8-B5AD-410C-A45BBF48D851}"/>
                </a:ext>
              </a:extLst>
            </p:cNvPr>
            <p:cNvSpPr txBox="1"/>
            <p:nvPr/>
          </p:nvSpPr>
          <p:spPr>
            <a:xfrm>
              <a:off x="1705407" y="2709262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</a:t>
              </a:r>
            </a:p>
          </p:txBody>
        </p:sp>
        <p:sp>
          <p:nvSpPr>
            <p:cNvPr id="791" name="TextBox 790">
              <a:extLst>
                <a:ext uri="{FF2B5EF4-FFF2-40B4-BE49-F238E27FC236}">
                  <a16:creationId xmlns:a16="http://schemas.microsoft.com/office/drawing/2014/main" id="{9DEEF733-7C45-DAAD-23CD-418D914A59FF}"/>
                </a:ext>
              </a:extLst>
            </p:cNvPr>
            <p:cNvSpPr txBox="1"/>
            <p:nvPr/>
          </p:nvSpPr>
          <p:spPr>
            <a:xfrm>
              <a:off x="1705407" y="66841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1</a:t>
              </a:r>
            </a:p>
          </p:txBody>
        </p:sp>
        <p:sp>
          <p:nvSpPr>
            <p:cNvPr id="792" name="TextBox 791">
              <a:extLst>
                <a:ext uri="{FF2B5EF4-FFF2-40B4-BE49-F238E27FC236}">
                  <a16:creationId xmlns:a16="http://schemas.microsoft.com/office/drawing/2014/main" id="{8179F2E5-C6FF-A5D5-BBF7-88A77515CE9A}"/>
                </a:ext>
              </a:extLst>
            </p:cNvPr>
            <p:cNvSpPr txBox="1"/>
            <p:nvPr/>
          </p:nvSpPr>
          <p:spPr>
            <a:xfrm>
              <a:off x="1705407" y="872503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0.9</a:t>
              </a:r>
            </a:p>
          </p:txBody>
        </p:sp>
        <p:sp>
          <p:nvSpPr>
            <p:cNvPr id="793" name="TextBox 792">
              <a:extLst>
                <a:ext uri="{FF2B5EF4-FFF2-40B4-BE49-F238E27FC236}">
                  <a16:creationId xmlns:a16="http://schemas.microsoft.com/office/drawing/2014/main" id="{63D808C7-5C6B-D60D-6E22-CD14550D35D5}"/>
                </a:ext>
              </a:extLst>
            </p:cNvPr>
            <p:cNvSpPr txBox="1"/>
            <p:nvPr/>
          </p:nvSpPr>
          <p:spPr>
            <a:xfrm>
              <a:off x="1705407" y="1076587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0.8</a:t>
              </a:r>
            </a:p>
          </p:txBody>
        </p:sp>
        <p:sp>
          <p:nvSpPr>
            <p:cNvPr id="794" name="TextBox 793">
              <a:extLst>
                <a:ext uri="{FF2B5EF4-FFF2-40B4-BE49-F238E27FC236}">
                  <a16:creationId xmlns:a16="http://schemas.microsoft.com/office/drawing/2014/main" id="{78D33D84-34D1-8387-09A4-1EA34B3769AE}"/>
                </a:ext>
              </a:extLst>
            </p:cNvPr>
            <p:cNvSpPr txBox="1"/>
            <p:nvPr/>
          </p:nvSpPr>
          <p:spPr>
            <a:xfrm>
              <a:off x="1705407" y="1280671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0.7</a:t>
              </a:r>
            </a:p>
          </p:txBody>
        </p:sp>
        <p:sp>
          <p:nvSpPr>
            <p:cNvPr id="795" name="TextBox 794">
              <a:extLst>
                <a:ext uri="{FF2B5EF4-FFF2-40B4-BE49-F238E27FC236}">
                  <a16:creationId xmlns:a16="http://schemas.microsoft.com/office/drawing/2014/main" id="{CF03BAB7-135C-B9F3-96FF-651D618D3550}"/>
                </a:ext>
              </a:extLst>
            </p:cNvPr>
            <p:cNvSpPr txBox="1"/>
            <p:nvPr/>
          </p:nvSpPr>
          <p:spPr>
            <a:xfrm>
              <a:off x="1705407" y="1484755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0.6</a:t>
              </a:r>
            </a:p>
          </p:txBody>
        </p:sp>
        <p:sp>
          <p:nvSpPr>
            <p:cNvPr id="796" name="TextBox 795">
              <a:extLst>
                <a:ext uri="{FF2B5EF4-FFF2-40B4-BE49-F238E27FC236}">
                  <a16:creationId xmlns:a16="http://schemas.microsoft.com/office/drawing/2014/main" id="{B306662D-3F1D-5B27-8F69-3A6869877878}"/>
                </a:ext>
              </a:extLst>
            </p:cNvPr>
            <p:cNvSpPr txBox="1"/>
            <p:nvPr/>
          </p:nvSpPr>
          <p:spPr>
            <a:xfrm>
              <a:off x="1705407" y="168883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0.5</a:t>
              </a:r>
            </a:p>
          </p:txBody>
        </p:sp>
        <p:sp>
          <p:nvSpPr>
            <p:cNvPr id="797" name="TextBox 796">
              <a:extLst>
                <a:ext uri="{FF2B5EF4-FFF2-40B4-BE49-F238E27FC236}">
                  <a16:creationId xmlns:a16="http://schemas.microsoft.com/office/drawing/2014/main" id="{F5E3E7F2-74CD-62E3-8A5C-FD3614D4BEDA}"/>
                </a:ext>
              </a:extLst>
            </p:cNvPr>
            <p:cNvSpPr txBox="1"/>
            <p:nvPr/>
          </p:nvSpPr>
          <p:spPr>
            <a:xfrm rot="18900000">
              <a:off x="2103788" y="2818600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-1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98" name="TextBox 797">
              <a:extLst>
                <a:ext uri="{FF2B5EF4-FFF2-40B4-BE49-F238E27FC236}">
                  <a16:creationId xmlns:a16="http://schemas.microsoft.com/office/drawing/2014/main" id="{287280E2-7818-CACB-6252-370F82CEDBD5}"/>
                </a:ext>
              </a:extLst>
            </p:cNvPr>
            <p:cNvSpPr txBox="1"/>
            <p:nvPr/>
          </p:nvSpPr>
          <p:spPr>
            <a:xfrm rot="18900000">
              <a:off x="2065644" y="2948411"/>
              <a:ext cx="7271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-1 to -0.75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99" name="TextBox 798">
              <a:extLst>
                <a:ext uri="{FF2B5EF4-FFF2-40B4-BE49-F238E27FC236}">
                  <a16:creationId xmlns:a16="http://schemas.microsoft.com/office/drawing/2014/main" id="{86089FEC-2278-C079-DCBB-7A50144475AB}"/>
                </a:ext>
              </a:extLst>
            </p:cNvPr>
            <p:cNvSpPr txBox="1"/>
            <p:nvPr/>
          </p:nvSpPr>
          <p:spPr>
            <a:xfrm rot="18900000">
              <a:off x="2314739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-0.75 to -0.5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0" name="TextBox 799">
              <a:extLst>
                <a:ext uri="{FF2B5EF4-FFF2-40B4-BE49-F238E27FC236}">
                  <a16:creationId xmlns:a16="http://schemas.microsoft.com/office/drawing/2014/main" id="{6A5F783F-4454-E7E5-F050-00FCB38103F6}"/>
                </a:ext>
              </a:extLst>
            </p:cNvPr>
            <p:cNvSpPr txBox="1"/>
            <p:nvPr/>
          </p:nvSpPr>
          <p:spPr>
            <a:xfrm rot="18900000">
              <a:off x="2612375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-0.5 to -0.25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1" name="TextBox 800">
              <a:extLst>
                <a:ext uri="{FF2B5EF4-FFF2-40B4-BE49-F238E27FC236}">
                  <a16:creationId xmlns:a16="http://schemas.microsoft.com/office/drawing/2014/main" id="{15FD003F-BBD5-5F51-52AF-9E35B3EB33F9}"/>
                </a:ext>
              </a:extLst>
            </p:cNvPr>
            <p:cNvSpPr txBox="1"/>
            <p:nvPr/>
          </p:nvSpPr>
          <p:spPr>
            <a:xfrm rot="18900000">
              <a:off x="2929061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-0.25 to 0.25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2" name="TextBox 801">
              <a:extLst>
                <a:ext uri="{FF2B5EF4-FFF2-40B4-BE49-F238E27FC236}">
                  <a16:creationId xmlns:a16="http://schemas.microsoft.com/office/drawing/2014/main" id="{6A8BD231-0C6E-38AC-84FD-01F3547E1375}"/>
                </a:ext>
              </a:extLst>
            </p:cNvPr>
            <p:cNvSpPr txBox="1"/>
            <p:nvPr/>
          </p:nvSpPr>
          <p:spPr>
            <a:xfrm rot="18900000">
              <a:off x="3217172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0.25 to 0.5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3" name="TextBox 802">
              <a:extLst>
                <a:ext uri="{FF2B5EF4-FFF2-40B4-BE49-F238E27FC236}">
                  <a16:creationId xmlns:a16="http://schemas.microsoft.com/office/drawing/2014/main" id="{032A67A3-654D-717D-0F1B-595346E199C9}"/>
                </a:ext>
              </a:extLst>
            </p:cNvPr>
            <p:cNvSpPr txBox="1"/>
            <p:nvPr/>
          </p:nvSpPr>
          <p:spPr>
            <a:xfrm rot="18900000">
              <a:off x="3514808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0.5 to 0.75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4" name="TextBox 803">
              <a:extLst>
                <a:ext uri="{FF2B5EF4-FFF2-40B4-BE49-F238E27FC236}">
                  <a16:creationId xmlns:a16="http://schemas.microsoft.com/office/drawing/2014/main" id="{EF3606A8-1D00-7F4E-24FF-0E81E2E75690}"/>
                </a:ext>
              </a:extLst>
            </p:cNvPr>
            <p:cNvSpPr txBox="1"/>
            <p:nvPr/>
          </p:nvSpPr>
          <p:spPr>
            <a:xfrm rot="18900000">
              <a:off x="3812444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0.75 to 1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5" name="TextBox 804">
              <a:extLst>
                <a:ext uri="{FF2B5EF4-FFF2-40B4-BE49-F238E27FC236}">
                  <a16:creationId xmlns:a16="http://schemas.microsoft.com/office/drawing/2014/main" id="{5CD3C202-C2E4-81A3-5E2C-5AE16B3A55D1}"/>
                </a:ext>
              </a:extLst>
            </p:cNvPr>
            <p:cNvSpPr txBox="1"/>
            <p:nvPr/>
          </p:nvSpPr>
          <p:spPr>
            <a:xfrm rot="18900000">
              <a:off x="4129130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1 to 2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6" name="TextBox 805">
              <a:extLst>
                <a:ext uri="{FF2B5EF4-FFF2-40B4-BE49-F238E27FC236}">
                  <a16:creationId xmlns:a16="http://schemas.microsoft.com/office/drawing/2014/main" id="{E6E4CB50-F552-CC10-F438-12FBED92FD68}"/>
                </a:ext>
              </a:extLst>
            </p:cNvPr>
            <p:cNvSpPr txBox="1"/>
            <p:nvPr/>
          </p:nvSpPr>
          <p:spPr>
            <a:xfrm rot="18900000">
              <a:off x="4429127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2 to 3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7" name="TextBox 806">
              <a:extLst>
                <a:ext uri="{FF2B5EF4-FFF2-40B4-BE49-F238E27FC236}">
                  <a16:creationId xmlns:a16="http://schemas.microsoft.com/office/drawing/2014/main" id="{B5BD08C9-137B-7E59-12B1-FDF198AABE7D}"/>
                </a:ext>
              </a:extLst>
            </p:cNvPr>
            <p:cNvSpPr txBox="1"/>
            <p:nvPr/>
          </p:nvSpPr>
          <p:spPr>
            <a:xfrm rot="18900000">
              <a:off x="4722041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3 to 5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8" name="TextBox 807">
              <a:extLst>
                <a:ext uri="{FF2B5EF4-FFF2-40B4-BE49-F238E27FC236}">
                  <a16:creationId xmlns:a16="http://schemas.microsoft.com/office/drawing/2014/main" id="{5A5A82FD-66EE-B741-55F4-53BE0A2A6018}"/>
                </a:ext>
              </a:extLst>
            </p:cNvPr>
            <p:cNvSpPr txBox="1"/>
            <p:nvPr/>
          </p:nvSpPr>
          <p:spPr>
            <a:xfrm rot="18900000">
              <a:off x="5041088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5 to 10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9" name="TextBox 808">
              <a:extLst>
                <a:ext uri="{FF2B5EF4-FFF2-40B4-BE49-F238E27FC236}">
                  <a16:creationId xmlns:a16="http://schemas.microsoft.com/office/drawing/2014/main" id="{485FDC7C-3DDA-2EED-D2B5-29D6F3DE0D39}"/>
                </a:ext>
              </a:extLst>
            </p:cNvPr>
            <p:cNvSpPr txBox="1"/>
            <p:nvPr/>
          </p:nvSpPr>
          <p:spPr>
            <a:xfrm rot="18900000">
              <a:off x="5338724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10 to 25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10" name="TextBox 809">
              <a:extLst>
                <a:ext uri="{FF2B5EF4-FFF2-40B4-BE49-F238E27FC236}">
                  <a16:creationId xmlns:a16="http://schemas.microsoft.com/office/drawing/2014/main" id="{847B5E79-0C69-8AC4-BEAC-E08FF089B9B0}"/>
                </a:ext>
              </a:extLst>
            </p:cNvPr>
            <p:cNvSpPr txBox="1"/>
            <p:nvPr/>
          </p:nvSpPr>
          <p:spPr>
            <a:xfrm rot="18900000">
              <a:off x="5646668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25 to 50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11" name="TextBox 810">
              <a:extLst>
                <a:ext uri="{FF2B5EF4-FFF2-40B4-BE49-F238E27FC236}">
                  <a16:creationId xmlns:a16="http://schemas.microsoft.com/office/drawing/2014/main" id="{C729B2FE-2F22-46F6-3E91-9BC0BE993564}"/>
                </a:ext>
              </a:extLst>
            </p:cNvPr>
            <p:cNvSpPr txBox="1"/>
            <p:nvPr/>
          </p:nvSpPr>
          <p:spPr>
            <a:xfrm rot="18900000">
              <a:off x="5944298" y="2978498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&gt;50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812" name="Straight Arrow Connector 811">
              <a:extLst>
                <a:ext uri="{FF2B5EF4-FFF2-40B4-BE49-F238E27FC236}">
                  <a16:creationId xmlns:a16="http://schemas.microsoft.com/office/drawing/2014/main" id="{8080C198-1846-D9B7-73D4-CEADD65F5EE0}"/>
                </a:ext>
              </a:extLst>
            </p:cNvPr>
            <p:cNvCxnSpPr/>
            <p:nvPr/>
          </p:nvCxnSpPr>
          <p:spPr>
            <a:xfrm flipV="1">
              <a:off x="2316527" y="2087787"/>
              <a:ext cx="0" cy="18000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3" name="TextBox 812">
              <a:extLst>
                <a:ext uri="{FF2B5EF4-FFF2-40B4-BE49-F238E27FC236}">
                  <a16:creationId xmlns:a16="http://schemas.microsoft.com/office/drawing/2014/main" id="{124A1F7A-8D81-C4ED-1CF7-339111F3BD5A}"/>
                </a:ext>
              </a:extLst>
            </p:cNvPr>
            <p:cNvSpPr txBox="1"/>
            <p:nvPr/>
          </p:nvSpPr>
          <p:spPr>
            <a:xfrm>
              <a:off x="2077843" y="1742214"/>
              <a:ext cx="1501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O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point</a:t>
              </a: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 = 0</a:t>
              </a:r>
            </a:p>
            <a:p>
              <a:pPr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when F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gridCAL</a:t>
              </a: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 &gt;= 1mm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814" name="Straight Arrow Connector 813">
              <a:extLst>
                <a:ext uri="{FF2B5EF4-FFF2-40B4-BE49-F238E27FC236}">
                  <a16:creationId xmlns:a16="http://schemas.microsoft.com/office/drawing/2014/main" id="{B4CE250C-946B-E330-B4AE-0FCE02EAD020}"/>
                </a:ext>
              </a:extLst>
            </p:cNvPr>
            <p:cNvCxnSpPr>
              <a:cxnSpLocks/>
            </p:cNvCxnSpPr>
            <p:nvPr/>
          </p:nvCxnSpPr>
          <p:spPr>
            <a:xfrm>
              <a:off x="3575277" y="1385841"/>
              <a:ext cx="3168000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Arrow Connector 814">
              <a:extLst>
                <a:ext uri="{FF2B5EF4-FFF2-40B4-BE49-F238E27FC236}">
                  <a16:creationId xmlns:a16="http://schemas.microsoft.com/office/drawing/2014/main" id="{CC802D79-A266-5EFF-0F53-EF76232B18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7843" y="1385841"/>
              <a:ext cx="1400667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6" name="TextBox 815">
              <a:extLst>
                <a:ext uri="{FF2B5EF4-FFF2-40B4-BE49-F238E27FC236}">
                  <a16:creationId xmlns:a16="http://schemas.microsoft.com/office/drawing/2014/main" id="{45FE07C0-C8F5-141A-561A-067EAB2840E0}"/>
                </a:ext>
              </a:extLst>
            </p:cNvPr>
            <p:cNvSpPr txBox="1"/>
            <p:nvPr/>
          </p:nvSpPr>
          <p:spPr>
            <a:xfrm>
              <a:off x="1929355" y="1385841"/>
              <a:ext cx="16897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point</a:t>
              </a: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drier than F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gridCAL</a:t>
              </a:r>
            </a:p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model overestimates O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point</a:t>
              </a:r>
              <a:endParaRPr lang="en-GB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17" name="TextBox 816">
              <a:extLst>
                <a:ext uri="{FF2B5EF4-FFF2-40B4-BE49-F238E27FC236}">
                  <a16:creationId xmlns:a16="http://schemas.microsoft.com/office/drawing/2014/main" id="{FCC45529-6055-C58D-5B60-13F401179F4A}"/>
                </a:ext>
              </a:extLst>
            </p:cNvPr>
            <p:cNvSpPr txBox="1"/>
            <p:nvPr/>
          </p:nvSpPr>
          <p:spPr>
            <a:xfrm>
              <a:off x="3525514" y="1366293"/>
              <a:ext cx="3248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point</a:t>
              </a: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wetter than F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gridCAL</a:t>
              </a:r>
            </a:p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model underestimates O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point</a:t>
              </a:r>
              <a:endParaRPr lang="en-GB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18" name="Left Brace 817">
              <a:extLst>
                <a:ext uri="{FF2B5EF4-FFF2-40B4-BE49-F238E27FC236}">
                  <a16:creationId xmlns:a16="http://schemas.microsoft.com/office/drawing/2014/main" id="{8C54A99F-18DF-C081-2270-42F08648AE8F}"/>
                </a:ext>
              </a:extLst>
            </p:cNvPr>
            <p:cNvSpPr/>
            <p:nvPr/>
          </p:nvSpPr>
          <p:spPr>
            <a:xfrm rot="5400000">
              <a:off x="5807373" y="1846158"/>
              <a:ext cx="259108" cy="1515533"/>
            </a:xfrm>
            <a:prstGeom prst="leftBrace">
              <a:avLst>
                <a:gd name="adj1" fmla="val 172928"/>
                <a:gd name="adj2" fmla="val 50000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19" name="TextBox 818">
              <a:extLst>
                <a:ext uri="{FF2B5EF4-FFF2-40B4-BE49-F238E27FC236}">
                  <a16:creationId xmlns:a16="http://schemas.microsoft.com/office/drawing/2014/main" id="{8F186772-691A-0E8C-AEB4-D9F790E022C0}"/>
                </a:ext>
              </a:extLst>
            </p:cNvPr>
            <p:cNvSpPr txBox="1"/>
            <p:nvPr/>
          </p:nvSpPr>
          <p:spPr>
            <a:xfrm>
              <a:off x="4121628" y="1943680"/>
              <a:ext cx="26615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point</a:t>
              </a: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3 or more times wetter than F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gridCAL</a:t>
              </a:r>
            </a:p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higher risk of flash floods, depending on the prediction of rainfall values 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20" name="TextBox 819">
              <a:extLst>
                <a:ext uri="{FF2B5EF4-FFF2-40B4-BE49-F238E27FC236}">
                  <a16:creationId xmlns:a16="http://schemas.microsoft.com/office/drawing/2014/main" id="{152563CF-3D1E-959D-111B-AFA9001360B0}"/>
                </a:ext>
              </a:extLst>
            </p:cNvPr>
            <p:cNvSpPr txBox="1"/>
            <p:nvPr/>
          </p:nvSpPr>
          <p:spPr>
            <a:xfrm>
              <a:off x="2650246" y="893628"/>
              <a:ext cx="17662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O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point</a:t>
              </a: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 within 25% of F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gridCAL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1F3AAFE2-0005-3FFA-D41B-11A4CB30E651}"/>
                </a:ext>
              </a:extLst>
            </p:cNvPr>
            <p:cNvSpPr/>
            <p:nvPr/>
          </p:nvSpPr>
          <p:spPr>
            <a:xfrm>
              <a:off x="3258025" y="2221499"/>
              <a:ext cx="565751" cy="262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822" name="Straight Arrow Connector 821">
              <a:extLst>
                <a:ext uri="{FF2B5EF4-FFF2-40B4-BE49-F238E27FC236}">
                  <a16:creationId xmlns:a16="http://schemas.microsoft.com/office/drawing/2014/main" id="{B9CB41C7-ADEF-1841-9020-336D07BC0D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5514" y="1094788"/>
              <a:ext cx="0" cy="136800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23" name="TextBox 822">
                <a:extLst>
                  <a:ext uri="{FF2B5EF4-FFF2-40B4-BE49-F238E27FC236}">
                    <a16:creationId xmlns:a16="http://schemas.microsoft.com/office/drawing/2014/main" id="{9A1A1337-286B-F58B-4806-26E1A4EBD115}"/>
                  </a:ext>
                </a:extLst>
              </p:cNvPr>
              <p:cNvSpPr txBox="1"/>
              <p:nvPr/>
            </p:nvSpPr>
            <p:spPr>
              <a:xfrm>
                <a:off x="-65372" y="698822"/>
                <a:ext cx="1689732" cy="348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 eaLnBrk="0" fontAlgn="base" hangingPunct="0">
                  <a:spcBef>
                    <a:spcPct val="0"/>
                  </a:spcBef>
                </a:pPr>
                <a:r>
                  <a:rPr lang="en-US" sz="1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FER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000" b="1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0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1000" b="1" baseline="-250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point</m:t>
                        </m:r>
                        <m:r>
                          <m:rPr>
                            <m:nor/>
                          </m:rPr>
                          <a:rPr lang="en-US" sz="10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– </m:t>
                        </m:r>
                        <m:r>
                          <m:rPr>
                            <m:nor/>
                          </m:rPr>
                          <a:rPr lang="en-US" sz="10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FgridCAL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000" b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1000" b="1" baseline="-250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gridCAL</m:t>
                        </m:r>
                      </m:den>
                    </m:f>
                  </m:oMath>
                </a14:m>
                <a:endPara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23" name="TextBox 822">
                <a:extLst>
                  <a:ext uri="{FF2B5EF4-FFF2-40B4-BE49-F238E27FC236}">
                    <a16:creationId xmlns:a16="http://schemas.microsoft.com/office/drawing/2014/main" id="{9A1A1337-286B-F58B-4806-26E1A4EBD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372" y="698822"/>
                <a:ext cx="1689732" cy="348493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4" name="TextBox 823">
            <a:extLst>
              <a:ext uri="{FF2B5EF4-FFF2-40B4-BE49-F238E27FC236}">
                <a16:creationId xmlns:a16="http://schemas.microsoft.com/office/drawing/2014/main" id="{812A3294-F4F0-A024-806C-37E0D177DB6A}"/>
              </a:ext>
            </a:extLst>
          </p:cNvPr>
          <p:cNvSpPr txBox="1"/>
          <p:nvPr/>
        </p:nvSpPr>
        <p:spPr>
          <a:xfrm>
            <a:off x="-65373" y="1100149"/>
            <a:ext cx="1716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US" sz="1000" baseline="-25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point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=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point-rainfall observations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(e.g., synop)</a:t>
            </a:r>
          </a:p>
          <a:p>
            <a:pPr algn="ctr" defTabSz="914126" eaLnBrk="0" fontAlgn="base" hangingPunct="0">
              <a:spcBef>
                <a:spcPct val="0"/>
              </a:spcBef>
            </a:pP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F</a:t>
            </a:r>
            <a:r>
              <a:rPr lang="en-US" sz="1000" baseline="-25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gridCAL 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=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calibration rainfall forecasts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(short-range, &gt;= 1 mm/acc)</a:t>
            </a:r>
            <a:endParaRPr lang="en-US" sz="1000" baseline="-25000" dirty="0">
              <a:solidFill>
                <a:schemeClr val="tx1">
                  <a:lumMod val="65000"/>
                  <a:lumOff val="3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25" name="TextBox 824">
            <a:extLst>
              <a:ext uri="{FF2B5EF4-FFF2-40B4-BE49-F238E27FC236}">
                <a16:creationId xmlns:a16="http://schemas.microsoft.com/office/drawing/2014/main" id="{AB3851F4-A68B-CC96-F21E-942109A6FA75}"/>
              </a:ext>
            </a:extLst>
          </p:cNvPr>
          <p:cNvSpPr txBox="1"/>
          <p:nvPr/>
        </p:nvSpPr>
        <p:spPr>
          <a:xfrm>
            <a:off x="-61498" y="-508286"/>
            <a:ext cx="6919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Graphical representation of the ecPoint post-processing technique</a:t>
            </a:r>
          </a:p>
          <a:p>
            <a:pPr defTabSz="914126" eaLnBrk="0" fontAlgn="base" hangingPunct="0"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Mapping function and decision tree</a:t>
            </a:r>
            <a:endParaRPr lang="en-GB" sz="1400" dirty="0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26" name="TextBox 825">
            <a:extLst>
              <a:ext uri="{FF2B5EF4-FFF2-40B4-BE49-F238E27FC236}">
                <a16:creationId xmlns:a16="http://schemas.microsoft.com/office/drawing/2014/main" id="{28B884CB-BF57-8119-58D1-AA624199839B}"/>
              </a:ext>
            </a:extLst>
          </p:cNvPr>
          <p:cNvSpPr txBox="1"/>
          <p:nvPr/>
        </p:nvSpPr>
        <p:spPr>
          <a:xfrm>
            <a:off x="-61498" y="-10076"/>
            <a:ext cx="6013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(a) Error formulation for accumulated variables (Forecast Error Ratio, FER), and errors’ distribution for all cases in the training dataset (Mapping Function, MF)</a:t>
            </a:r>
            <a:endParaRPr lang="en-GB" sz="1000" dirty="0">
              <a:solidFill>
                <a:schemeClr val="tx1">
                  <a:lumMod val="65000"/>
                  <a:lumOff val="3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402D41CA-166E-D485-0B2E-19B642F168A0}"/>
              </a:ext>
            </a:extLst>
          </p:cNvPr>
          <p:cNvSpPr/>
          <p:nvPr/>
        </p:nvSpPr>
        <p:spPr>
          <a:xfrm>
            <a:off x="23668" y="481904"/>
            <a:ext cx="1508443" cy="2184302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>
                  <a:lumMod val="65000"/>
                  <a:lumOff val="3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28" name="TextBox 827">
            <a:extLst>
              <a:ext uri="{FF2B5EF4-FFF2-40B4-BE49-F238E27FC236}">
                <a16:creationId xmlns:a16="http://schemas.microsoft.com/office/drawing/2014/main" id="{B994B6A2-599C-4743-AAAB-3E0550FFC008}"/>
              </a:ext>
            </a:extLst>
          </p:cNvPr>
          <p:cNvSpPr txBox="1"/>
          <p:nvPr/>
        </p:nvSpPr>
        <p:spPr>
          <a:xfrm>
            <a:off x="-61499" y="3023132"/>
            <a:ext cx="7359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(b) Univariate and multivariate ecPoint represented, respectively, as a “single-leaf” and “multiple-leaf” decision tree (DT) </a:t>
            </a:r>
            <a:endParaRPr lang="en-GB" sz="800" dirty="0">
              <a:solidFill>
                <a:schemeClr val="tx1">
                  <a:lumMod val="65000"/>
                  <a:lumOff val="3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22FBD439-7724-2A46-FA0E-3B88FED8377E}"/>
              </a:ext>
            </a:extLst>
          </p:cNvPr>
          <p:cNvSpPr txBox="1"/>
          <p:nvPr/>
        </p:nvSpPr>
        <p:spPr>
          <a:xfrm>
            <a:off x="-77897" y="490255"/>
            <a:ext cx="1689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Forecast Error Ratio (FER)</a:t>
            </a:r>
            <a:endParaRPr lang="en-US" sz="1000" b="1" baseline="-25000" dirty="0">
              <a:solidFill>
                <a:schemeClr val="tx1">
                  <a:lumMod val="65000"/>
                  <a:lumOff val="3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CD7B029-BED2-6F78-B39D-38E3537588E0}"/>
              </a:ext>
            </a:extLst>
          </p:cNvPr>
          <p:cNvGrpSpPr/>
          <p:nvPr/>
        </p:nvGrpSpPr>
        <p:grpSpPr>
          <a:xfrm>
            <a:off x="-4347" y="3271922"/>
            <a:ext cx="6856640" cy="5244213"/>
            <a:chOff x="-4347" y="3748965"/>
            <a:chExt cx="6856640" cy="5244213"/>
          </a:xfrm>
        </p:grpSpPr>
        <p:sp>
          <p:nvSpPr>
            <p:cNvPr id="2" name="Ovale 220">
              <a:extLst>
                <a:ext uri="{FF2B5EF4-FFF2-40B4-BE49-F238E27FC236}">
                  <a16:creationId xmlns:a16="http://schemas.microsoft.com/office/drawing/2014/main" id="{8B0DA195-B0CA-6D8B-7DF5-31F6319FCB09}"/>
                </a:ext>
              </a:extLst>
            </p:cNvPr>
            <p:cNvSpPr/>
            <p:nvPr/>
          </p:nvSpPr>
          <p:spPr>
            <a:xfrm>
              <a:off x="2793316" y="3748965"/>
              <a:ext cx="1260000" cy="12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9037C4-50DD-48BD-592E-B9FAEABD690B}"/>
                </a:ext>
              </a:extLst>
            </p:cNvPr>
            <p:cNvSpPr txBox="1"/>
            <p:nvPr/>
          </p:nvSpPr>
          <p:spPr>
            <a:xfrm>
              <a:off x="3003738" y="3950429"/>
              <a:ext cx="8634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All cases</a:t>
              </a:r>
            </a:p>
          </p:txBody>
        </p:sp>
        <p:pic>
          <p:nvPicPr>
            <p:cNvPr id="18" name="Graphic 88" descr="Leaf with solid fill">
              <a:extLst>
                <a:ext uri="{FF2B5EF4-FFF2-40B4-BE49-F238E27FC236}">
                  <a16:creationId xmlns:a16="http://schemas.microsoft.com/office/drawing/2014/main" id="{BCA90329-A36F-69F7-4DD4-FE4F9E763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6753" y="3931842"/>
              <a:ext cx="540000" cy="540000"/>
            </a:xfrm>
            <a:prstGeom prst="rect">
              <a:avLst/>
            </a:prstGeom>
          </p:spPr>
        </p:pic>
        <p:sp>
          <p:nvSpPr>
            <p:cNvPr id="19" name="CasellaDiTesto 26">
              <a:extLst>
                <a:ext uri="{FF2B5EF4-FFF2-40B4-BE49-F238E27FC236}">
                  <a16:creationId xmlns:a16="http://schemas.microsoft.com/office/drawing/2014/main" id="{FDE94364-0189-FBDF-872E-85466892C2CB}"/>
                </a:ext>
              </a:extLst>
            </p:cNvPr>
            <p:cNvSpPr txBox="1"/>
            <p:nvPr/>
          </p:nvSpPr>
          <p:spPr>
            <a:xfrm>
              <a:off x="3910513" y="4378965"/>
              <a:ext cx="1132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b="1" dirty="0">
                  <a:ea typeface="Calibri" panose="020F0502020204030204" pitchFamily="34" charset="0"/>
                  <a:cs typeface="Calibri" panose="020F0502020204030204" pitchFamily="34" charset="0"/>
                </a:rPr>
                <a:t>Univariate ecPoint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9B7A497-1B98-6876-195F-2DF40627ADEE}"/>
                </a:ext>
              </a:extLst>
            </p:cNvPr>
            <p:cNvGrpSpPr/>
            <p:nvPr/>
          </p:nvGrpSpPr>
          <p:grpSpPr>
            <a:xfrm>
              <a:off x="2905450" y="5884506"/>
              <a:ext cx="1080000" cy="1080000"/>
              <a:chOff x="-3101443" y="729966"/>
              <a:chExt cx="1080000" cy="1080000"/>
            </a:xfrm>
          </p:grpSpPr>
          <p:pic>
            <p:nvPicPr>
              <p:cNvPr id="21" name="Elemento grafico 246" descr="Deciduous tree with solid fill">
                <a:extLst>
                  <a:ext uri="{FF2B5EF4-FFF2-40B4-BE49-F238E27FC236}">
                    <a16:creationId xmlns:a16="http://schemas.microsoft.com/office/drawing/2014/main" id="{822EEF7E-600C-6A1E-C67D-DB0D99ABDB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 r="80000"/>
              <a:stretch>
                <a:fillRect/>
              </a:stretch>
            </p:blipFill>
            <p:spPr>
              <a:xfrm>
                <a:off x="-3101443" y="729966"/>
                <a:ext cx="216000" cy="1080000"/>
              </a:xfrm>
              <a:custGeom>
                <a:avLst/>
                <a:gdLst>
                  <a:gd name="connsiteX0" fmla="*/ 0 w 360000"/>
                  <a:gd name="connsiteY0" fmla="*/ 0 h 1800000"/>
                  <a:gd name="connsiteX1" fmla="*/ 360000 w 360000"/>
                  <a:gd name="connsiteY1" fmla="*/ 0 h 1800000"/>
                  <a:gd name="connsiteX2" fmla="*/ 360000 w 360000"/>
                  <a:gd name="connsiteY2" fmla="*/ 1800000 h 1800000"/>
                  <a:gd name="connsiteX3" fmla="*/ 0 w 360000"/>
                  <a:gd name="connsiteY3" fmla="*/ 180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0000" h="1800000"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1800000"/>
                    </a:lnTo>
                    <a:lnTo>
                      <a:pt x="0" y="1800000"/>
                    </a:lnTo>
                    <a:close/>
                  </a:path>
                </a:pathLst>
              </a:custGeom>
            </p:spPr>
          </p:pic>
          <p:pic>
            <p:nvPicPr>
              <p:cNvPr id="22" name="Elemento grafico 247" descr="Deciduous tree with solid fill">
                <a:extLst>
                  <a:ext uri="{FF2B5EF4-FFF2-40B4-BE49-F238E27FC236}">
                    <a16:creationId xmlns:a16="http://schemas.microsoft.com/office/drawing/2014/main" id="{B2096F15-8B27-59CE-A7CB-B0AEDCC5A4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0000" r="60000"/>
              <a:stretch>
                <a:fillRect/>
              </a:stretch>
            </p:blipFill>
            <p:spPr>
              <a:xfrm>
                <a:off x="-2885443" y="729966"/>
                <a:ext cx="216000" cy="1080000"/>
              </a:xfrm>
              <a:custGeom>
                <a:avLst/>
                <a:gdLst>
                  <a:gd name="connsiteX0" fmla="*/ 0 w 360000"/>
                  <a:gd name="connsiteY0" fmla="*/ 0 h 1800000"/>
                  <a:gd name="connsiteX1" fmla="*/ 360000 w 360000"/>
                  <a:gd name="connsiteY1" fmla="*/ 0 h 1800000"/>
                  <a:gd name="connsiteX2" fmla="*/ 360000 w 360000"/>
                  <a:gd name="connsiteY2" fmla="*/ 1800000 h 1800000"/>
                  <a:gd name="connsiteX3" fmla="*/ 0 w 360000"/>
                  <a:gd name="connsiteY3" fmla="*/ 180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0000" h="1800000"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1800000"/>
                    </a:lnTo>
                    <a:lnTo>
                      <a:pt x="0" y="1800000"/>
                    </a:lnTo>
                    <a:close/>
                  </a:path>
                </a:pathLst>
              </a:custGeom>
            </p:spPr>
          </p:pic>
          <p:pic>
            <p:nvPicPr>
              <p:cNvPr id="23" name="Elemento grafico 248" descr="Deciduous tree with solid fill">
                <a:extLst>
                  <a:ext uri="{FF2B5EF4-FFF2-40B4-BE49-F238E27FC236}">
                    <a16:creationId xmlns:a16="http://schemas.microsoft.com/office/drawing/2014/main" id="{1C128FEF-8AD8-B8BE-4262-0EF20EC68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l="40000" r="40000"/>
              <a:stretch>
                <a:fillRect/>
              </a:stretch>
            </p:blipFill>
            <p:spPr>
              <a:xfrm>
                <a:off x="-2669443" y="729966"/>
                <a:ext cx="216000" cy="1080000"/>
              </a:xfrm>
              <a:custGeom>
                <a:avLst/>
                <a:gdLst>
                  <a:gd name="connsiteX0" fmla="*/ 0 w 360000"/>
                  <a:gd name="connsiteY0" fmla="*/ 0 h 1800000"/>
                  <a:gd name="connsiteX1" fmla="*/ 360000 w 360000"/>
                  <a:gd name="connsiteY1" fmla="*/ 0 h 1800000"/>
                  <a:gd name="connsiteX2" fmla="*/ 360000 w 360000"/>
                  <a:gd name="connsiteY2" fmla="*/ 1800000 h 1800000"/>
                  <a:gd name="connsiteX3" fmla="*/ 0 w 360000"/>
                  <a:gd name="connsiteY3" fmla="*/ 180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0000" h="1800000"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1800000"/>
                    </a:lnTo>
                    <a:lnTo>
                      <a:pt x="0" y="1800000"/>
                    </a:lnTo>
                    <a:close/>
                  </a:path>
                </a:pathLst>
              </a:custGeom>
            </p:spPr>
          </p:pic>
          <p:pic>
            <p:nvPicPr>
              <p:cNvPr id="24" name="Elemento grafico 249" descr="Deciduous tree with solid fill">
                <a:extLst>
                  <a:ext uri="{FF2B5EF4-FFF2-40B4-BE49-F238E27FC236}">
                    <a16:creationId xmlns:a16="http://schemas.microsoft.com/office/drawing/2014/main" id="{4B77BDFB-BC07-6C49-2399-4064CD614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l="60000" r="20000"/>
              <a:stretch>
                <a:fillRect/>
              </a:stretch>
            </p:blipFill>
            <p:spPr>
              <a:xfrm>
                <a:off x="-2453443" y="729966"/>
                <a:ext cx="216000" cy="1080000"/>
              </a:xfrm>
              <a:custGeom>
                <a:avLst/>
                <a:gdLst>
                  <a:gd name="connsiteX0" fmla="*/ 0 w 360000"/>
                  <a:gd name="connsiteY0" fmla="*/ 0 h 1800000"/>
                  <a:gd name="connsiteX1" fmla="*/ 360000 w 360000"/>
                  <a:gd name="connsiteY1" fmla="*/ 0 h 1800000"/>
                  <a:gd name="connsiteX2" fmla="*/ 360000 w 360000"/>
                  <a:gd name="connsiteY2" fmla="*/ 1800000 h 1800000"/>
                  <a:gd name="connsiteX3" fmla="*/ 0 w 360000"/>
                  <a:gd name="connsiteY3" fmla="*/ 180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0000" h="1800000"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1800000"/>
                    </a:lnTo>
                    <a:lnTo>
                      <a:pt x="0" y="1800000"/>
                    </a:lnTo>
                    <a:close/>
                  </a:path>
                </a:pathLst>
              </a:custGeom>
            </p:spPr>
          </p:pic>
          <p:pic>
            <p:nvPicPr>
              <p:cNvPr id="25" name="Elemento grafico 250" descr="Deciduous tree with solid fill">
                <a:extLst>
                  <a:ext uri="{FF2B5EF4-FFF2-40B4-BE49-F238E27FC236}">
                    <a16:creationId xmlns:a16="http://schemas.microsoft.com/office/drawing/2014/main" id="{74D0F17B-7F89-24B0-C35F-0DD88DA21C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l="80000"/>
              <a:stretch>
                <a:fillRect/>
              </a:stretch>
            </p:blipFill>
            <p:spPr>
              <a:xfrm>
                <a:off x="-2237443" y="729966"/>
                <a:ext cx="216000" cy="1080000"/>
              </a:xfrm>
              <a:custGeom>
                <a:avLst/>
                <a:gdLst>
                  <a:gd name="connsiteX0" fmla="*/ 0 w 360000"/>
                  <a:gd name="connsiteY0" fmla="*/ 0 h 1800000"/>
                  <a:gd name="connsiteX1" fmla="*/ 360000 w 360000"/>
                  <a:gd name="connsiteY1" fmla="*/ 0 h 1800000"/>
                  <a:gd name="connsiteX2" fmla="*/ 360000 w 360000"/>
                  <a:gd name="connsiteY2" fmla="*/ 1800000 h 1800000"/>
                  <a:gd name="connsiteX3" fmla="*/ 0 w 360000"/>
                  <a:gd name="connsiteY3" fmla="*/ 180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0000" h="1800000"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1800000"/>
                    </a:lnTo>
                    <a:lnTo>
                      <a:pt x="0" y="1800000"/>
                    </a:lnTo>
                    <a:close/>
                  </a:path>
                </a:pathLst>
              </a:custGeom>
            </p:spPr>
          </p:pic>
        </p:grpSp>
        <p:sp>
          <p:nvSpPr>
            <p:cNvPr id="26" name="CasellaDiTesto 252">
              <a:extLst>
                <a:ext uri="{FF2B5EF4-FFF2-40B4-BE49-F238E27FC236}">
                  <a16:creationId xmlns:a16="http://schemas.microsoft.com/office/drawing/2014/main" id="{00D4488A-99D6-649B-632E-3A242C091AF8}"/>
                </a:ext>
              </a:extLst>
            </p:cNvPr>
            <p:cNvSpPr txBox="1"/>
            <p:nvPr/>
          </p:nvSpPr>
          <p:spPr>
            <a:xfrm>
              <a:off x="2779860" y="5510430"/>
              <a:ext cx="1314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b="1" dirty="0">
                  <a:solidFill>
                    <a:srgbClr val="FF006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Multi</a:t>
              </a:r>
              <a:r>
                <a:rPr lang="en-GB" sz="1000" b="1" dirty="0">
                  <a:solidFill>
                    <a:schemeClr val="accent2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vari</a:t>
              </a:r>
              <a:r>
                <a:rPr lang="en-GB" sz="1000" b="1" dirty="0">
                  <a:solidFill>
                    <a:srgbClr val="064E83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ate </a:t>
              </a:r>
              <a:r>
                <a:rPr lang="en-GB" sz="10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ec</a:t>
              </a:r>
              <a:r>
                <a:rPr lang="en-GB" sz="10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Point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8E05BA3-B4E5-7992-75E8-8EFD5A6C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95"/>
            <a:stretch/>
          </p:blipFill>
          <p:spPr>
            <a:xfrm>
              <a:off x="4729518" y="5628200"/>
              <a:ext cx="828000" cy="526337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052EE0-5CB5-718C-7D47-3A7A69F9F263}"/>
                </a:ext>
              </a:extLst>
            </p:cNvPr>
            <p:cNvCxnSpPr>
              <a:cxnSpLocks/>
            </p:cNvCxnSpPr>
            <p:nvPr/>
          </p:nvCxnSpPr>
          <p:spPr>
            <a:xfrm>
              <a:off x="3497231" y="8531378"/>
              <a:ext cx="72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8456AD-C174-2F44-6CDE-BF9390633308}"/>
                </a:ext>
              </a:extLst>
            </p:cNvPr>
            <p:cNvCxnSpPr>
              <a:cxnSpLocks/>
            </p:cNvCxnSpPr>
            <p:nvPr/>
          </p:nvCxnSpPr>
          <p:spPr>
            <a:xfrm>
              <a:off x="3497231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021ED7-06E1-FA1C-01B4-576AEF7F542A}"/>
                </a:ext>
              </a:extLst>
            </p:cNvPr>
            <p:cNvCxnSpPr>
              <a:cxnSpLocks/>
            </p:cNvCxnSpPr>
            <p:nvPr/>
          </p:nvCxnSpPr>
          <p:spPr>
            <a:xfrm>
              <a:off x="4217231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asellaDiTesto 239">
              <a:extLst>
                <a:ext uri="{FF2B5EF4-FFF2-40B4-BE49-F238E27FC236}">
                  <a16:creationId xmlns:a16="http://schemas.microsoft.com/office/drawing/2014/main" id="{08F1D0FB-1072-0825-CD08-857F3E19E505}"/>
                </a:ext>
              </a:extLst>
            </p:cNvPr>
            <p:cNvSpPr txBox="1"/>
            <p:nvPr/>
          </p:nvSpPr>
          <p:spPr>
            <a:xfrm>
              <a:off x="3497231" y="8531513"/>
              <a:ext cx="72000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CAPE</a:t>
              </a:r>
              <a:r>
                <a:rPr lang="en-GB" sz="800" b="1" dirty="0">
                  <a:solidFill>
                    <a:schemeClr val="bg1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&amp;</a:t>
              </a:r>
            </a:p>
            <a:p>
              <a:pPr algn="ctr"/>
              <a:r>
                <a:rPr lang="en-GB" sz="8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Daily solar radiation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5C22BA3-86C7-4796-90B4-D9AC2ACF0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8"/>
            <a:stretch/>
          </p:blipFill>
          <p:spPr>
            <a:xfrm>
              <a:off x="4288756" y="7828769"/>
              <a:ext cx="828000" cy="525636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363FF82-8E60-FAB6-614D-A395EDBC5C67}"/>
                </a:ext>
              </a:extLst>
            </p:cNvPr>
            <p:cNvCxnSpPr>
              <a:cxnSpLocks/>
            </p:cNvCxnSpPr>
            <p:nvPr/>
          </p:nvCxnSpPr>
          <p:spPr>
            <a:xfrm>
              <a:off x="4702756" y="8351473"/>
              <a:ext cx="0" cy="17990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12272D6-6E1D-9884-2678-935DCC16715B}"/>
                </a:ext>
              </a:extLst>
            </p:cNvPr>
            <p:cNvCxnSpPr>
              <a:cxnSpLocks/>
            </p:cNvCxnSpPr>
            <p:nvPr/>
          </p:nvCxnSpPr>
          <p:spPr>
            <a:xfrm>
              <a:off x="4374842" y="8531378"/>
              <a:ext cx="72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503D04F-783E-3865-AA40-F94BFF264BBC}"/>
                </a:ext>
              </a:extLst>
            </p:cNvPr>
            <p:cNvCxnSpPr>
              <a:cxnSpLocks/>
            </p:cNvCxnSpPr>
            <p:nvPr/>
          </p:nvCxnSpPr>
          <p:spPr>
            <a:xfrm>
              <a:off x="4374842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315A5DE-CAD3-6E55-B075-070A1124BCE2}"/>
                </a:ext>
              </a:extLst>
            </p:cNvPr>
            <p:cNvCxnSpPr>
              <a:cxnSpLocks/>
            </p:cNvCxnSpPr>
            <p:nvPr/>
          </p:nvCxnSpPr>
          <p:spPr>
            <a:xfrm>
              <a:off x="5094842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asellaDiTesto 239">
              <a:extLst>
                <a:ext uri="{FF2B5EF4-FFF2-40B4-BE49-F238E27FC236}">
                  <a16:creationId xmlns:a16="http://schemas.microsoft.com/office/drawing/2014/main" id="{85932847-61C2-B312-2C2D-D253AF331C3C}"/>
                </a:ext>
              </a:extLst>
            </p:cNvPr>
            <p:cNvSpPr txBox="1"/>
            <p:nvPr/>
          </p:nvSpPr>
          <p:spPr>
            <a:xfrm>
              <a:off x="4374842" y="8531513"/>
              <a:ext cx="72000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CAPE</a:t>
              </a:r>
              <a:r>
                <a:rPr lang="en-GB" sz="800" b="1" dirty="0">
                  <a:solidFill>
                    <a:schemeClr val="bg1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&amp;</a:t>
              </a:r>
            </a:p>
            <a:p>
              <a:pPr algn="ctr"/>
              <a:r>
                <a:rPr lang="en-GB" sz="8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Daily solar radiation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EC4C3F0-87B2-C8F7-455D-1666B610AEC0}"/>
                </a:ext>
              </a:extLst>
            </p:cNvPr>
            <p:cNvCxnSpPr>
              <a:cxnSpLocks/>
            </p:cNvCxnSpPr>
            <p:nvPr/>
          </p:nvCxnSpPr>
          <p:spPr>
            <a:xfrm>
              <a:off x="5978038" y="7265718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0DC24DE-7627-DB28-2B87-89AC2A6265DD}"/>
                </a:ext>
              </a:extLst>
            </p:cNvPr>
            <p:cNvCxnSpPr>
              <a:cxnSpLocks/>
            </p:cNvCxnSpPr>
            <p:nvPr/>
          </p:nvCxnSpPr>
          <p:spPr>
            <a:xfrm>
              <a:off x="3852569" y="7625718"/>
              <a:ext cx="850187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B6E1491-D225-7722-29D8-E77ECB58CDCB}"/>
                </a:ext>
              </a:extLst>
            </p:cNvPr>
            <p:cNvCxnSpPr>
              <a:cxnSpLocks/>
            </p:cNvCxnSpPr>
            <p:nvPr/>
          </p:nvCxnSpPr>
          <p:spPr>
            <a:xfrm>
              <a:off x="3852569" y="7625720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C39652F-37DF-E3EB-0205-6D49A4B2D07E}"/>
                </a:ext>
              </a:extLst>
            </p:cNvPr>
            <p:cNvSpPr txBox="1"/>
            <p:nvPr/>
          </p:nvSpPr>
          <p:spPr>
            <a:xfrm>
              <a:off x="5109669" y="7281691"/>
              <a:ext cx="90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4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Low steering wind speed</a:t>
              </a:r>
            </a:p>
          </p:txBody>
        </p:sp>
        <p:sp>
          <p:nvSpPr>
            <p:cNvPr id="42" name="Ovale 14">
              <a:extLst>
                <a:ext uri="{FF2B5EF4-FFF2-40B4-BE49-F238E27FC236}">
                  <a16:creationId xmlns:a16="http://schemas.microsoft.com/office/drawing/2014/main" id="{FA637C27-7A63-6A13-78D6-2EE08D14EBF1}"/>
                </a:ext>
              </a:extLst>
            </p:cNvPr>
            <p:cNvSpPr/>
            <p:nvPr/>
          </p:nvSpPr>
          <p:spPr>
            <a:xfrm>
              <a:off x="3816569" y="7760324"/>
              <a:ext cx="72000" cy="72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816B08A-7195-136A-2158-FD294086A9A0}"/>
                </a:ext>
              </a:extLst>
            </p:cNvPr>
            <p:cNvSpPr txBox="1"/>
            <p:nvPr/>
          </p:nvSpPr>
          <p:spPr>
            <a:xfrm>
              <a:off x="5952293" y="7281691"/>
              <a:ext cx="90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4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High steering wind speed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8200CA-E9E6-E17D-53AA-8F0B403B87B6}"/>
                </a:ext>
              </a:extLst>
            </p:cNvPr>
            <p:cNvCxnSpPr>
              <a:cxnSpLocks/>
            </p:cNvCxnSpPr>
            <p:nvPr/>
          </p:nvCxnSpPr>
          <p:spPr>
            <a:xfrm>
              <a:off x="4702756" y="7625720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e 14">
              <a:extLst>
                <a:ext uri="{FF2B5EF4-FFF2-40B4-BE49-F238E27FC236}">
                  <a16:creationId xmlns:a16="http://schemas.microsoft.com/office/drawing/2014/main" id="{6C1E53C8-E6B1-5B6C-777E-B9314C07B343}"/>
                </a:ext>
              </a:extLst>
            </p:cNvPr>
            <p:cNvSpPr/>
            <p:nvPr/>
          </p:nvSpPr>
          <p:spPr>
            <a:xfrm>
              <a:off x="4666756" y="7771899"/>
              <a:ext cx="72000" cy="72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1AB3186-ABF0-02A1-9CA6-71151AB85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8"/>
            <a:stretch/>
          </p:blipFill>
          <p:spPr>
            <a:xfrm>
              <a:off x="5989133" y="7828769"/>
              <a:ext cx="828000" cy="525635"/>
            </a:xfrm>
            <a:prstGeom prst="rect">
              <a:avLst/>
            </a:prstGeom>
          </p:spPr>
        </p:pic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67DC4D9-FEE8-D48E-4BEB-24057FA8F89D}"/>
                </a:ext>
              </a:extLst>
            </p:cNvPr>
            <p:cNvCxnSpPr>
              <a:cxnSpLocks/>
            </p:cNvCxnSpPr>
            <p:nvPr/>
          </p:nvCxnSpPr>
          <p:spPr>
            <a:xfrm>
              <a:off x="6403133" y="8351473"/>
              <a:ext cx="0" cy="17990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0C1C880-CB0C-2354-5F2C-77F4F22A4C9D}"/>
                </a:ext>
              </a:extLst>
            </p:cNvPr>
            <p:cNvCxnSpPr>
              <a:cxnSpLocks/>
            </p:cNvCxnSpPr>
            <p:nvPr/>
          </p:nvCxnSpPr>
          <p:spPr>
            <a:xfrm>
              <a:off x="6052952" y="8531378"/>
              <a:ext cx="72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2E556AA-5CF0-6CE5-2C53-D29069E04D4C}"/>
                </a:ext>
              </a:extLst>
            </p:cNvPr>
            <p:cNvCxnSpPr>
              <a:cxnSpLocks/>
            </p:cNvCxnSpPr>
            <p:nvPr/>
          </p:nvCxnSpPr>
          <p:spPr>
            <a:xfrm>
              <a:off x="6052952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7FEA8E0-8BAD-9B8A-2D3F-AD1BCDB3A926}"/>
                </a:ext>
              </a:extLst>
            </p:cNvPr>
            <p:cNvCxnSpPr>
              <a:cxnSpLocks/>
            </p:cNvCxnSpPr>
            <p:nvPr/>
          </p:nvCxnSpPr>
          <p:spPr>
            <a:xfrm>
              <a:off x="6772952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CasellaDiTesto 239">
              <a:extLst>
                <a:ext uri="{FF2B5EF4-FFF2-40B4-BE49-F238E27FC236}">
                  <a16:creationId xmlns:a16="http://schemas.microsoft.com/office/drawing/2014/main" id="{3B21A155-FB16-A831-2A65-652A740FE0AA}"/>
                </a:ext>
              </a:extLst>
            </p:cNvPr>
            <p:cNvSpPr txBox="1"/>
            <p:nvPr/>
          </p:nvSpPr>
          <p:spPr>
            <a:xfrm>
              <a:off x="6052952" y="8531513"/>
              <a:ext cx="72000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CAPE</a:t>
              </a:r>
              <a:r>
                <a:rPr lang="en-GB" sz="800" b="1" dirty="0">
                  <a:solidFill>
                    <a:schemeClr val="bg1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&amp;</a:t>
              </a:r>
            </a:p>
            <a:p>
              <a:pPr algn="ctr"/>
              <a:r>
                <a:rPr lang="en-GB" sz="8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Daily solar radiation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86EB4C2-C295-2E84-0FDA-876D5F59F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8"/>
            <a:stretch/>
          </p:blipFill>
          <p:spPr>
            <a:xfrm>
              <a:off x="5138943" y="7828769"/>
              <a:ext cx="828000" cy="525636"/>
            </a:xfrm>
            <a:prstGeom prst="rect">
              <a:avLst/>
            </a:prstGeom>
          </p:spPr>
        </p:pic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F4E7C8F-E979-C323-ADFE-26CB0B3A95C6}"/>
                </a:ext>
              </a:extLst>
            </p:cNvPr>
            <p:cNvCxnSpPr>
              <a:cxnSpLocks/>
            </p:cNvCxnSpPr>
            <p:nvPr/>
          </p:nvCxnSpPr>
          <p:spPr>
            <a:xfrm>
              <a:off x="5552943" y="8351473"/>
              <a:ext cx="0" cy="17990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1EB0D72-04E7-BFA3-ED09-95FB4DA87CFC}"/>
                </a:ext>
              </a:extLst>
            </p:cNvPr>
            <p:cNvCxnSpPr>
              <a:cxnSpLocks/>
            </p:cNvCxnSpPr>
            <p:nvPr/>
          </p:nvCxnSpPr>
          <p:spPr>
            <a:xfrm>
              <a:off x="5217486" y="8531378"/>
              <a:ext cx="72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4ED9AD2-CB01-87AF-AC17-8A93DC6D115B}"/>
                </a:ext>
              </a:extLst>
            </p:cNvPr>
            <p:cNvCxnSpPr>
              <a:cxnSpLocks/>
            </p:cNvCxnSpPr>
            <p:nvPr/>
          </p:nvCxnSpPr>
          <p:spPr>
            <a:xfrm>
              <a:off x="5217486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F53EAB-F4D3-AEDA-336E-34508899298B}"/>
                </a:ext>
              </a:extLst>
            </p:cNvPr>
            <p:cNvCxnSpPr>
              <a:cxnSpLocks/>
            </p:cNvCxnSpPr>
            <p:nvPr/>
          </p:nvCxnSpPr>
          <p:spPr>
            <a:xfrm>
              <a:off x="5937486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asellaDiTesto 239">
              <a:extLst>
                <a:ext uri="{FF2B5EF4-FFF2-40B4-BE49-F238E27FC236}">
                  <a16:creationId xmlns:a16="http://schemas.microsoft.com/office/drawing/2014/main" id="{6B56C57B-14E2-B0B7-CCCB-D36E3184FBEB}"/>
                </a:ext>
              </a:extLst>
            </p:cNvPr>
            <p:cNvSpPr txBox="1"/>
            <p:nvPr/>
          </p:nvSpPr>
          <p:spPr>
            <a:xfrm>
              <a:off x="5217486" y="8531513"/>
              <a:ext cx="72000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CAPE</a:t>
              </a:r>
              <a:r>
                <a:rPr lang="en-GB" sz="800" b="1" dirty="0">
                  <a:solidFill>
                    <a:schemeClr val="bg1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&amp;</a:t>
              </a:r>
            </a:p>
            <a:p>
              <a:pPr algn="ctr"/>
              <a:r>
                <a:rPr lang="en-GB" sz="8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Daily solar radiation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BE71C81-97B7-6F01-9246-B24618B6493C}"/>
                </a:ext>
              </a:extLst>
            </p:cNvPr>
            <p:cNvCxnSpPr>
              <a:cxnSpLocks/>
            </p:cNvCxnSpPr>
            <p:nvPr/>
          </p:nvCxnSpPr>
          <p:spPr>
            <a:xfrm>
              <a:off x="2586374" y="7265718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4913B1F-ECC9-5D43-9FE7-B9C21B30D654}"/>
                </a:ext>
              </a:extLst>
            </p:cNvPr>
            <p:cNvCxnSpPr>
              <a:cxnSpLocks/>
            </p:cNvCxnSpPr>
            <p:nvPr/>
          </p:nvCxnSpPr>
          <p:spPr>
            <a:xfrm>
              <a:off x="5552943" y="7625718"/>
              <a:ext cx="850190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B5A02F0-3DE6-CAB7-89F7-4165DF7F3A74}"/>
                </a:ext>
              </a:extLst>
            </p:cNvPr>
            <p:cNvCxnSpPr>
              <a:cxnSpLocks/>
            </p:cNvCxnSpPr>
            <p:nvPr/>
          </p:nvCxnSpPr>
          <p:spPr>
            <a:xfrm>
              <a:off x="5552943" y="7625720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A43ADC-AD9A-8299-959C-BCC147E6DF0B}"/>
                </a:ext>
              </a:extLst>
            </p:cNvPr>
            <p:cNvSpPr txBox="1"/>
            <p:nvPr/>
          </p:nvSpPr>
          <p:spPr>
            <a:xfrm>
              <a:off x="3405024" y="7281691"/>
              <a:ext cx="90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>
                  <a:solidFill>
                    <a:schemeClr val="accent4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Low steering wind speed</a:t>
              </a:r>
            </a:p>
          </p:txBody>
        </p:sp>
        <p:sp>
          <p:nvSpPr>
            <p:cNvPr id="62" name="Ovale 14">
              <a:extLst>
                <a:ext uri="{FF2B5EF4-FFF2-40B4-BE49-F238E27FC236}">
                  <a16:creationId xmlns:a16="http://schemas.microsoft.com/office/drawing/2014/main" id="{E0F25DF8-DC5B-36AB-8019-CF1B033718FF}"/>
                </a:ext>
              </a:extLst>
            </p:cNvPr>
            <p:cNvSpPr/>
            <p:nvPr/>
          </p:nvSpPr>
          <p:spPr>
            <a:xfrm>
              <a:off x="5516943" y="7771899"/>
              <a:ext cx="72000" cy="72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7E7A0EE-349B-8E3C-D727-8B9E5E09CE53}"/>
                </a:ext>
              </a:extLst>
            </p:cNvPr>
            <p:cNvSpPr txBox="1"/>
            <p:nvPr/>
          </p:nvSpPr>
          <p:spPr>
            <a:xfrm>
              <a:off x="4245782" y="7281691"/>
              <a:ext cx="90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4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High steering wind speed</a:t>
              </a:r>
            </a:p>
          </p:txBody>
        </p: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8F77DC1F-FE83-6F8F-6567-31492A8C0217}"/>
                </a:ext>
              </a:extLst>
            </p:cNvPr>
            <p:cNvCxnSpPr>
              <a:cxnSpLocks/>
            </p:cNvCxnSpPr>
            <p:nvPr/>
          </p:nvCxnSpPr>
          <p:spPr>
            <a:xfrm>
              <a:off x="6403133" y="7625720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3" name="Ovale 14">
              <a:extLst>
                <a:ext uri="{FF2B5EF4-FFF2-40B4-BE49-F238E27FC236}">
                  <a16:creationId xmlns:a16="http://schemas.microsoft.com/office/drawing/2014/main" id="{05F132F9-53D9-68E7-FE18-7100CD04E873}"/>
                </a:ext>
              </a:extLst>
            </p:cNvPr>
            <p:cNvSpPr/>
            <p:nvPr/>
          </p:nvSpPr>
          <p:spPr>
            <a:xfrm>
              <a:off x="6367133" y="7771899"/>
              <a:ext cx="72000" cy="72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14" name="Picture 513">
              <a:extLst>
                <a:ext uri="{FF2B5EF4-FFF2-40B4-BE49-F238E27FC236}">
                  <a16:creationId xmlns:a16="http://schemas.microsoft.com/office/drawing/2014/main" id="{92EA86E6-55DD-68EA-B0D4-C052556B8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6"/>
            <a:stretch/>
          </p:blipFill>
          <p:spPr>
            <a:xfrm>
              <a:off x="1738195" y="7828769"/>
              <a:ext cx="828000" cy="525518"/>
            </a:xfrm>
            <a:prstGeom prst="rect">
              <a:avLst/>
            </a:prstGeom>
          </p:spPr>
        </p:pic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495881BD-4B16-0EBC-2410-DDCA51E72469}"/>
                </a:ext>
              </a:extLst>
            </p:cNvPr>
            <p:cNvCxnSpPr>
              <a:cxnSpLocks/>
            </p:cNvCxnSpPr>
            <p:nvPr/>
          </p:nvCxnSpPr>
          <p:spPr>
            <a:xfrm>
              <a:off x="2152195" y="8351473"/>
              <a:ext cx="0" cy="17990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20F3F69A-F58F-0B52-BB35-D6C2BDFBDCF1}"/>
                </a:ext>
              </a:extLst>
            </p:cNvPr>
            <p:cNvCxnSpPr>
              <a:cxnSpLocks/>
            </p:cNvCxnSpPr>
            <p:nvPr/>
          </p:nvCxnSpPr>
          <p:spPr>
            <a:xfrm>
              <a:off x="1804267" y="8531378"/>
              <a:ext cx="72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AA87A4A9-3A36-1230-DF9A-B4C94B35746F}"/>
                </a:ext>
              </a:extLst>
            </p:cNvPr>
            <p:cNvCxnSpPr>
              <a:cxnSpLocks/>
            </p:cNvCxnSpPr>
            <p:nvPr/>
          </p:nvCxnSpPr>
          <p:spPr>
            <a:xfrm>
              <a:off x="1804267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7793D8B9-5466-65A0-79A3-33C52AE25563}"/>
                </a:ext>
              </a:extLst>
            </p:cNvPr>
            <p:cNvCxnSpPr>
              <a:cxnSpLocks/>
            </p:cNvCxnSpPr>
            <p:nvPr/>
          </p:nvCxnSpPr>
          <p:spPr>
            <a:xfrm>
              <a:off x="2524267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9" name="CasellaDiTesto 239">
              <a:extLst>
                <a:ext uri="{FF2B5EF4-FFF2-40B4-BE49-F238E27FC236}">
                  <a16:creationId xmlns:a16="http://schemas.microsoft.com/office/drawing/2014/main" id="{0D3A7C9D-71AE-87A8-84A8-DB8825867770}"/>
                </a:ext>
              </a:extLst>
            </p:cNvPr>
            <p:cNvSpPr txBox="1"/>
            <p:nvPr/>
          </p:nvSpPr>
          <p:spPr>
            <a:xfrm>
              <a:off x="1804267" y="8531513"/>
              <a:ext cx="72000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CAPE</a:t>
              </a:r>
              <a:r>
                <a:rPr lang="en-GB" sz="800" b="1" dirty="0">
                  <a:solidFill>
                    <a:schemeClr val="bg1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&amp;</a:t>
              </a:r>
            </a:p>
            <a:p>
              <a:pPr algn="ctr"/>
              <a:r>
                <a:rPr lang="en-GB" sz="8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Daily solar radiation</a:t>
              </a:r>
            </a:p>
          </p:txBody>
        </p:sp>
        <p:pic>
          <p:nvPicPr>
            <p:cNvPr id="520" name="Picture 519">
              <a:extLst>
                <a:ext uri="{FF2B5EF4-FFF2-40B4-BE49-F238E27FC236}">
                  <a16:creationId xmlns:a16="http://schemas.microsoft.com/office/drawing/2014/main" id="{7531662A-9446-1F2B-7692-1E40EB71D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81"/>
            <a:stretch/>
          </p:blipFill>
          <p:spPr>
            <a:xfrm>
              <a:off x="37821" y="7828770"/>
              <a:ext cx="828000" cy="527357"/>
            </a:xfrm>
            <a:prstGeom prst="rect">
              <a:avLst/>
            </a:prstGeom>
          </p:spPr>
        </p:pic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DA797BCC-5841-BF07-1517-ACF916C89BFE}"/>
                </a:ext>
              </a:extLst>
            </p:cNvPr>
            <p:cNvCxnSpPr>
              <a:cxnSpLocks/>
            </p:cNvCxnSpPr>
            <p:nvPr/>
          </p:nvCxnSpPr>
          <p:spPr>
            <a:xfrm>
              <a:off x="451821" y="8351473"/>
              <a:ext cx="0" cy="17990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F7031CEC-DA44-B10D-03C8-E9C562778348}"/>
                </a:ext>
              </a:extLst>
            </p:cNvPr>
            <p:cNvCxnSpPr>
              <a:cxnSpLocks/>
            </p:cNvCxnSpPr>
            <p:nvPr/>
          </p:nvCxnSpPr>
          <p:spPr>
            <a:xfrm>
              <a:off x="79770" y="8531378"/>
              <a:ext cx="72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0059B07B-609E-0035-3897-11124F7E4772}"/>
                </a:ext>
              </a:extLst>
            </p:cNvPr>
            <p:cNvCxnSpPr>
              <a:cxnSpLocks/>
            </p:cNvCxnSpPr>
            <p:nvPr/>
          </p:nvCxnSpPr>
          <p:spPr>
            <a:xfrm>
              <a:off x="79770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E44FE1E1-774D-4788-61A3-63AF7B682FD4}"/>
                </a:ext>
              </a:extLst>
            </p:cNvPr>
            <p:cNvCxnSpPr>
              <a:cxnSpLocks/>
            </p:cNvCxnSpPr>
            <p:nvPr/>
          </p:nvCxnSpPr>
          <p:spPr>
            <a:xfrm>
              <a:off x="799770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5" name="CasellaDiTesto 239">
              <a:extLst>
                <a:ext uri="{FF2B5EF4-FFF2-40B4-BE49-F238E27FC236}">
                  <a16:creationId xmlns:a16="http://schemas.microsoft.com/office/drawing/2014/main" id="{732AC74D-A4AB-37A4-AFF6-CD5A2F8EF173}"/>
                </a:ext>
              </a:extLst>
            </p:cNvPr>
            <p:cNvSpPr txBox="1"/>
            <p:nvPr/>
          </p:nvSpPr>
          <p:spPr>
            <a:xfrm>
              <a:off x="79770" y="8531513"/>
              <a:ext cx="72000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CAPE</a:t>
              </a:r>
              <a:r>
                <a:rPr lang="en-GB" sz="800" b="1" dirty="0">
                  <a:solidFill>
                    <a:schemeClr val="bg1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&amp;</a:t>
              </a:r>
            </a:p>
            <a:p>
              <a:pPr algn="ctr"/>
              <a:r>
                <a:rPr lang="en-GB" sz="8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Daily solar radiation</a:t>
              </a:r>
            </a:p>
          </p:txBody>
        </p:sp>
        <p:pic>
          <p:nvPicPr>
            <p:cNvPr id="526" name="Picture 525">
              <a:extLst>
                <a:ext uri="{FF2B5EF4-FFF2-40B4-BE49-F238E27FC236}">
                  <a16:creationId xmlns:a16="http://schemas.microsoft.com/office/drawing/2014/main" id="{086654CD-505B-9984-C365-9DD56A4DC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6"/>
            <a:stretch/>
          </p:blipFill>
          <p:spPr>
            <a:xfrm>
              <a:off x="888008" y="7828769"/>
              <a:ext cx="828000" cy="525518"/>
            </a:xfrm>
            <a:prstGeom prst="rect">
              <a:avLst/>
            </a:prstGeom>
          </p:spPr>
        </p:pic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BF689FD7-BBB7-2E39-ADF1-BB6AF2E49DE3}"/>
                </a:ext>
              </a:extLst>
            </p:cNvPr>
            <p:cNvCxnSpPr>
              <a:cxnSpLocks/>
            </p:cNvCxnSpPr>
            <p:nvPr/>
          </p:nvCxnSpPr>
          <p:spPr>
            <a:xfrm>
              <a:off x="1302008" y="8351473"/>
              <a:ext cx="0" cy="17990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18D73780-BE06-D7ED-354D-365ABD28D03E}"/>
                </a:ext>
              </a:extLst>
            </p:cNvPr>
            <p:cNvCxnSpPr>
              <a:cxnSpLocks/>
            </p:cNvCxnSpPr>
            <p:nvPr/>
          </p:nvCxnSpPr>
          <p:spPr>
            <a:xfrm>
              <a:off x="931164" y="8531378"/>
              <a:ext cx="72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3EAF9445-DF61-7557-22BA-9D101A6BE63C}"/>
                </a:ext>
              </a:extLst>
            </p:cNvPr>
            <p:cNvCxnSpPr>
              <a:cxnSpLocks/>
            </p:cNvCxnSpPr>
            <p:nvPr/>
          </p:nvCxnSpPr>
          <p:spPr>
            <a:xfrm>
              <a:off x="931164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C9C9EF74-F242-4E4F-8C67-92437EF6D1E0}"/>
                </a:ext>
              </a:extLst>
            </p:cNvPr>
            <p:cNvCxnSpPr>
              <a:cxnSpLocks/>
            </p:cNvCxnSpPr>
            <p:nvPr/>
          </p:nvCxnSpPr>
          <p:spPr>
            <a:xfrm>
              <a:off x="1651164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1" name="CasellaDiTesto 239">
              <a:extLst>
                <a:ext uri="{FF2B5EF4-FFF2-40B4-BE49-F238E27FC236}">
                  <a16:creationId xmlns:a16="http://schemas.microsoft.com/office/drawing/2014/main" id="{9CC3F7B5-B658-882C-2567-7116019A5E76}"/>
                </a:ext>
              </a:extLst>
            </p:cNvPr>
            <p:cNvSpPr txBox="1"/>
            <p:nvPr/>
          </p:nvSpPr>
          <p:spPr>
            <a:xfrm>
              <a:off x="931164" y="8531513"/>
              <a:ext cx="72000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CAPE</a:t>
              </a:r>
              <a:r>
                <a:rPr lang="en-GB" sz="800" b="1" dirty="0">
                  <a:solidFill>
                    <a:schemeClr val="bg1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&amp;</a:t>
              </a:r>
            </a:p>
            <a:p>
              <a:pPr algn="ctr"/>
              <a:r>
                <a:rPr lang="en-GB" sz="8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Daily solar radiation</a:t>
              </a:r>
            </a:p>
          </p:txBody>
        </p: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4155524A-03D3-6BB6-5283-C18FE451C0A4}"/>
                </a:ext>
              </a:extLst>
            </p:cNvPr>
            <p:cNvCxnSpPr>
              <a:cxnSpLocks/>
            </p:cNvCxnSpPr>
            <p:nvPr/>
          </p:nvCxnSpPr>
          <p:spPr>
            <a:xfrm>
              <a:off x="876914" y="7265718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1A4ABCCF-E482-1AAB-7E3F-A036599638E0}"/>
                </a:ext>
              </a:extLst>
            </p:cNvPr>
            <p:cNvCxnSpPr>
              <a:cxnSpLocks/>
            </p:cNvCxnSpPr>
            <p:nvPr/>
          </p:nvCxnSpPr>
          <p:spPr>
            <a:xfrm>
              <a:off x="451821" y="7625718"/>
              <a:ext cx="850187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0F12B33E-4364-855A-87CD-7DE7F87E723F}"/>
                </a:ext>
              </a:extLst>
            </p:cNvPr>
            <p:cNvCxnSpPr>
              <a:cxnSpLocks/>
            </p:cNvCxnSpPr>
            <p:nvPr/>
          </p:nvCxnSpPr>
          <p:spPr>
            <a:xfrm>
              <a:off x="451821" y="7625720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E5BCC0AC-DCAF-42F9-4C51-16F3E70B10B2}"/>
                </a:ext>
              </a:extLst>
            </p:cNvPr>
            <p:cNvSpPr txBox="1"/>
            <p:nvPr/>
          </p:nvSpPr>
          <p:spPr>
            <a:xfrm>
              <a:off x="-4347" y="7281691"/>
              <a:ext cx="90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4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Low steering wind speed</a:t>
              </a:r>
            </a:p>
          </p:txBody>
        </p:sp>
        <p:sp>
          <p:nvSpPr>
            <p:cNvPr id="536" name="Ovale 14">
              <a:extLst>
                <a:ext uri="{FF2B5EF4-FFF2-40B4-BE49-F238E27FC236}">
                  <a16:creationId xmlns:a16="http://schemas.microsoft.com/office/drawing/2014/main" id="{965A4EAD-0E5D-E119-27C3-82BEFBCE7328}"/>
                </a:ext>
              </a:extLst>
            </p:cNvPr>
            <p:cNvSpPr/>
            <p:nvPr/>
          </p:nvSpPr>
          <p:spPr>
            <a:xfrm>
              <a:off x="415821" y="7771899"/>
              <a:ext cx="72000" cy="72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B4DE6B4C-DC78-D8E0-E324-35FE7373107B}"/>
                </a:ext>
              </a:extLst>
            </p:cNvPr>
            <p:cNvSpPr txBox="1"/>
            <p:nvPr/>
          </p:nvSpPr>
          <p:spPr>
            <a:xfrm>
              <a:off x="854915" y="7281691"/>
              <a:ext cx="90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4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High steering wind speed</a:t>
              </a:r>
            </a:p>
          </p:txBody>
        </p: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326D692F-131E-A899-F095-690A0E2EABB9}"/>
                </a:ext>
              </a:extLst>
            </p:cNvPr>
            <p:cNvCxnSpPr>
              <a:cxnSpLocks/>
            </p:cNvCxnSpPr>
            <p:nvPr/>
          </p:nvCxnSpPr>
          <p:spPr>
            <a:xfrm>
              <a:off x="1302008" y="7625720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9" name="Ovale 14">
              <a:extLst>
                <a:ext uri="{FF2B5EF4-FFF2-40B4-BE49-F238E27FC236}">
                  <a16:creationId xmlns:a16="http://schemas.microsoft.com/office/drawing/2014/main" id="{B0D19965-B489-17BE-1C62-8ED35B1C9807}"/>
                </a:ext>
              </a:extLst>
            </p:cNvPr>
            <p:cNvSpPr/>
            <p:nvPr/>
          </p:nvSpPr>
          <p:spPr>
            <a:xfrm>
              <a:off x="1266008" y="7771899"/>
              <a:ext cx="72000" cy="72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40" name="Picture 539">
              <a:extLst>
                <a:ext uri="{FF2B5EF4-FFF2-40B4-BE49-F238E27FC236}">
                  <a16:creationId xmlns:a16="http://schemas.microsoft.com/office/drawing/2014/main" id="{4904B1E3-D6A1-D957-A7ED-C149AFA10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3"/>
            <a:stretch/>
          </p:blipFill>
          <p:spPr>
            <a:xfrm>
              <a:off x="2588382" y="7828769"/>
              <a:ext cx="828000" cy="529200"/>
            </a:xfrm>
            <a:prstGeom prst="rect">
              <a:avLst/>
            </a:prstGeom>
          </p:spPr>
        </p:pic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9627AC02-55E4-3D36-9305-A25CF9FF038C}"/>
                </a:ext>
              </a:extLst>
            </p:cNvPr>
            <p:cNvCxnSpPr>
              <a:cxnSpLocks/>
            </p:cNvCxnSpPr>
            <p:nvPr/>
          </p:nvCxnSpPr>
          <p:spPr>
            <a:xfrm>
              <a:off x="3002382" y="8351473"/>
              <a:ext cx="0" cy="17990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9F6C7475-C659-E3F6-C74B-A74842289E62}"/>
                </a:ext>
              </a:extLst>
            </p:cNvPr>
            <p:cNvCxnSpPr>
              <a:cxnSpLocks/>
            </p:cNvCxnSpPr>
            <p:nvPr/>
          </p:nvCxnSpPr>
          <p:spPr>
            <a:xfrm>
              <a:off x="2647457" y="8531378"/>
              <a:ext cx="72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B3B20C94-9CEC-C4A4-52BF-11ECEDF746AC}"/>
                </a:ext>
              </a:extLst>
            </p:cNvPr>
            <p:cNvCxnSpPr>
              <a:cxnSpLocks/>
            </p:cNvCxnSpPr>
            <p:nvPr/>
          </p:nvCxnSpPr>
          <p:spPr>
            <a:xfrm>
              <a:off x="2647457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BB23AB93-23A2-A3E4-698D-FDB623B417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7457" y="8531378"/>
              <a:ext cx="0" cy="360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5" name="CasellaDiTesto 239">
              <a:extLst>
                <a:ext uri="{FF2B5EF4-FFF2-40B4-BE49-F238E27FC236}">
                  <a16:creationId xmlns:a16="http://schemas.microsoft.com/office/drawing/2014/main" id="{2F99C96C-DD3B-58B9-AE63-1B114E0F014B}"/>
                </a:ext>
              </a:extLst>
            </p:cNvPr>
            <p:cNvSpPr txBox="1"/>
            <p:nvPr/>
          </p:nvSpPr>
          <p:spPr>
            <a:xfrm>
              <a:off x="2647457" y="8531513"/>
              <a:ext cx="72000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00CC99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CAPE</a:t>
              </a:r>
              <a:r>
                <a:rPr lang="en-GB" sz="800" b="1" dirty="0">
                  <a:solidFill>
                    <a:schemeClr val="bg1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&amp;</a:t>
              </a:r>
            </a:p>
            <a:p>
              <a:pPr algn="ctr"/>
              <a:r>
                <a:rPr lang="en-GB" sz="800" b="1" dirty="0">
                  <a:solidFill>
                    <a:srgbClr val="7030A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Daily solar radiation</a:t>
              </a:r>
            </a:p>
          </p:txBody>
        </p: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3F1643A9-BE5D-38F4-C85E-A0C906C2C3D7}"/>
                </a:ext>
              </a:extLst>
            </p:cNvPr>
            <p:cNvCxnSpPr>
              <a:cxnSpLocks/>
            </p:cNvCxnSpPr>
            <p:nvPr/>
          </p:nvCxnSpPr>
          <p:spPr>
            <a:xfrm>
              <a:off x="4277662" y="7265718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DE230113-6A52-4226-E039-0AC68CF01686}"/>
                </a:ext>
              </a:extLst>
            </p:cNvPr>
            <p:cNvCxnSpPr>
              <a:cxnSpLocks/>
            </p:cNvCxnSpPr>
            <p:nvPr/>
          </p:nvCxnSpPr>
          <p:spPr>
            <a:xfrm>
              <a:off x="2152195" y="7625718"/>
              <a:ext cx="850187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0FA64EBB-4C0C-F55D-DFCF-B558C076AF70}"/>
                </a:ext>
              </a:extLst>
            </p:cNvPr>
            <p:cNvCxnSpPr>
              <a:cxnSpLocks/>
            </p:cNvCxnSpPr>
            <p:nvPr/>
          </p:nvCxnSpPr>
          <p:spPr>
            <a:xfrm>
              <a:off x="2152195" y="7625720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9" name="TextBox 548">
              <a:extLst>
                <a:ext uri="{FF2B5EF4-FFF2-40B4-BE49-F238E27FC236}">
                  <a16:creationId xmlns:a16="http://schemas.microsoft.com/office/drawing/2014/main" id="{DD0CFE7D-1C04-ABA1-31B9-7C2A415565B3}"/>
                </a:ext>
              </a:extLst>
            </p:cNvPr>
            <p:cNvSpPr txBox="1"/>
            <p:nvPr/>
          </p:nvSpPr>
          <p:spPr>
            <a:xfrm>
              <a:off x="1711842" y="7281691"/>
              <a:ext cx="90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4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Low steering wind speed</a:t>
              </a:r>
            </a:p>
          </p:txBody>
        </p:sp>
        <p:sp>
          <p:nvSpPr>
            <p:cNvPr id="550" name="Ovale 14">
              <a:extLst>
                <a:ext uri="{FF2B5EF4-FFF2-40B4-BE49-F238E27FC236}">
                  <a16:creationId xmlns:a16="http://schemas.microsoft.com/office/drawing/2014/main" id="{F6A0F30A-046D-9991-C23E-43004ADFBA94}"/>
                </a:ext>
              </a:extLst>
            </p:cNvPr>
            <p:cNvSpPr/>
            <p:nvPr/>
          </p:nvSpPr>
          <p:spPr>
            <a:xfrm>
              <a:off x="2116195" y="7771899"/>
              <a:ext cx="72000" cy="72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84A3EA77-A3DB-6C9C-6399-8074F59ED5B2}"/>
                </a:ext>
              </a:extLst>
            </p:cNvPr>
            <p:cNvSpPr txBox="1"/>
            <p:nvPr/>
          </p:nvSpPr>
          <p:spPr>
            <a:xfrm>
              <a:off x="2545921" y="7281691"/>
              <a:ext cx="90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4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High steering wind speed</a:t>
              </a:r>
            </a:p>
          </p:txBody>
        </p: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241AF80F-4EC8-37A3-E44D-A4D40BCAF1FE}"/>
                </a:ext>
              </a:extLst>
            </p:cNvPr>
            <p:cNvCxnSpPr>
              <a:cxnSpLocks/>
            </p:cNvCxnSpPr>
            <p:nvPr/>
          </p:nvCxnSpPr>
          <p:spPr>
            <a:xfrm>
              <a:off x="3002382" y="7625720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3" name="Ovale 14">
              <a:extLst>
                <a:ext uri="{FF2B5EF4-FFF2-40B4-BE49-F238E27FC236}">
                  <a16:creationId xmlns:a16="http://schemas.microsoft.com/office/drawing/2014/main" id="{2F8776D1-7E4E-91BB-3D06-FBA55F5A80F5}"/>
                </a:ext>
              </a:extLst>
            </p:cNvPr>
            <p:cNvSpPr/>
            <p:nvPr/>
          </p:nvSpPr>
          <p:spPr>
            <a:xfrm>
              <a:off x="2966382" y="7771899"/>
              <a:ext cx="72000" cy="72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2403FA67-FEFA-D470-E239-688433E34CCC}"/>
                </a:ext>
              </a:extLst>
            </p:cNvPr>
            <p:cNvSpPr/>
            <p:nvPr/>
          </p:nvSpPr>
          <p:spPr>
            <a:xfrm>
              <a:off x="2926538" y="5419155"/>
              <a:ext cx="54216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CF04C0A2-F174-8D9D-416D-209185E5A91E}"/>
                </a:ext>
              </a:extLst>
            </p:cNvPr>
            <p:cNvCxnSpPr>
              <a:cxnSpLocks/>
            </p:cNvCxnSpPr>
            <p:nvPr/>
          </p:nvCxnSpPr>
          <p:spPr>
            <a:xfrm>
              <a:off x="3429000" y="5016648"/>
              <a:ext cx="0" cy="39600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555">
              <a:extLst>
                <a:ext uri="{FF2B5EF4-FFF2-40B4-BE49-F238E27FC236}">
                  <a16:creationId xmlns:a16="http://schemas.microsoft.com/office/drawing/2014/main" id="{1D988C81-83AD-0B62-AFBA-6D14A89DE0DC}"/>
                </a:ext>
              </a:extLst>
            </p:cNvPr>
            <p:cNvCxnSpPr>
              <a:cxnSpLocks/>
            </p:cNvCxnSpPr>
            <p:nvPr/>
          </p:nvCxnSpPr>
          <p:spPr>
            <a:xfrm>
              <a:off x="1725281" y="5418533"/>
              <a:ext cx="3413662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47586B7F-A89E-D6EB-0BDD-FA9F2FBDF5A6}"/>
                </a:ext>
              </a:extLst>
            </p:cNvPr>
            <p:cNvCxnSpPr>
              <a:cxnSpLocks/>
            </p:cNvCxnSpPr>
            <p:nvPr/>
          </p:nvCxnSpPr>
          <p:spPr>
            <a:xfrm>
              <a:off x="1725281" y="5418533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A9D29B85-43D1-ABBB-847F-D4972A8E9B12}"/>
                </a:ext>
              </a:extLst>
            </p:cNvPr>
            <p:cNvSpPr txBox="1"/>
            <p:nvPr/>
          </p:nvSpPr>
          <p:spPr>
            <a:xfrm>
              <a:off x="1152711" y="5079545"/>
              <a:ext cx="11512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FF006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Mainly large-scale rainfall</a:t>
              </a:r>
            </a:p>
          </p:txBody>
        </p:sp>
        <p:sp>
          <p:nvSpPr>
            <p:cNvPr id="742" name="Ovale 14">
              <a:extLst>
                <a:ext uri="{FF2B5EF4-FFF2-40B4-BE49-F238E27FC236}">
                  <a16:creationId xmlns:a16="http://schemas.microsoft.com/office/drawing/2014/main" id="{098B088C-8AC8-FC91-55E3-77890213E288}"/>
                </a:ext>
              </a:extLst>
            </p:cNvPr>
            <p:cNvSpPr/>
            <p:nvPr/>
          </p:nvSpPr>
          <p:spPr>
            <a:xfrm>
              <a:off x="1689281" y="5564712"/>
              <a:ext cx="72000" cy="72000"/>
            </a:xfrm>
            <a:prstGeom prst="ellipse">
              <a:avLst/>
            </a:prstGeom>
            <a:solidFill>
              <a:srgbClr val="FF00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DE6DFADE-9A84-6DC0-9167-00EF94D17E2A}"/>
                </a:ext>
              </a:extLst>
            </p:cNvPr>
            <p:cNvSpPr txBox="1"/>
            <p:nvPr/>
          </p:nvSpPr>
          <p:spPr>
            <a:xfrm>
              <a:off x="4511758" y="5079545"/>
              <a:ext cx="12694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rgbClr val="FF006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Mainly convective rainfall</a:t>
              </a:r>
            </a:p>
          </p:txBody>
        </p: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B3E55C96-B08D-6594-717C-8DC80E77DEB3}"/>
                </a:ext>
              </a:extLst>
            </p:cNvPr>
            <p:cNvCxnSpPr>
              <a:cxnSpLocks/>
            </p:cNvCxnSpPr>
            <p:nvPr/>
          </p:nvCxnSpPr>
          <p:spPr>
            <a:xfrm>
              <a:off x="5143195" y="5418533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5" name="Ovale 14">
              <a:extLst>
                <a:ext uri="{FF2B5EF4-FFF2-40B4-BE49-F238E27FC236}">
                  <a16:creationId xmlns:a16="http://schemas.microsoft.com/office/drawing/2014/main" id="{55A80838-0D13-73D1-C9EE-103B48C5F34A}"/>
                </a:ext>
              </a:extLst>
            </p:cNvPr>
            <p:cNvSpPr/>
            <p:nvPr/>
          </p:nvSpPr>
          <p:spPr>
            <a:xfrm>
              <a:off x="5107195" y="5564712"/>
              <a:ext cx="72000" cy="72000"/>
            </a:xfrm>
            <a:prstGeom prst="ellipse">
              <a:avLst/>
            </a:prstGeom>
            <a:solidFill>
              <a:srgbClr val="FF00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B5A0B48F-4B20-E4FD-0A2D-DA2EB8385FF6}"/>
                </a:ext>
              </a:extLst>
            </p:cNvPr>
            <p:cNvSpPr/>
            <p:nvPr/>
          </p:nvSpPr>
          <p:spPr>
            <a:xfrm>
              <a:off x="8019" y="5079546"/>
              <a:ext cx="6829200" cy="388348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7" name="CasellaDiTesto 239">
              <a:extLst>
                <a:ext uri="{FF2B5EF4-FFF2-40B4-BE49-F238E27FC236}">
                  <a16:creationId xmlns:a16="http://schemas.microsoft.com/office/drawing/2014/main" id="{0D1CEA06-80A7-1FD2-98C9-E67FFFE23889}"/>
                </a:ext>
              </a:extLst>
            </p:cNvPr>
            <p:cNvSpPr txBox="1"/>
            <p:nvPr/>
          </p:nvSpPr>
          <p:spPr>
            <a:xfrm>
              <a:off x="2808405" y="7819063"/>
              <a:ext cx="387954" cy="21544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sz="800" b="1" dirty="0"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en-GB" sz="800" dirty="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48" name="Picture 747">
              <a:extLst>
                <a:ext uri="{FF2B5EF4-FFF2-40B4-BE49-F238E27FC236}">
                  <a16:creationId xmlns:a16="http://schemas.microsoft.com/office/drawing/2014/main" id="{1E8CD432-07FD-9980-9F7F-41517A1B7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4" r="1"/>
            <a:stretch/>
          </p:blipFill>
          <p:spPr>
            <a:xfrm>
              <a:off x="1311281" y="5632289"/>
              <a:ext cx="828000" cy="522248"/>
            </a:xfrm>
            <a:prstGeom prst="rect">
              <a:avLst/>
            </a:prstGeom>
          </p:spPr>
        </p:pic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97BFA5CC-E69C-5B8D-6FD9-F1BC5EF856DA}"/>
                </a:ext>
              </a:extLst>
            </p:cNvPr>
            <p:cNvSpPr/>
            <p:nvPr/>
          </p:nvSpPr>
          <p:spPr>
            <a:xfrm>
              <a:off x="1837531" y="5916189"/>
              <a:ext cx="108432" cy="1123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50" name="Picture 749">
              <a:extLst>
                <a:ext uri="{FF2B5EF4-FFF2-40B4-BE49-F238E27FC236}">
                  <a16:creationId xmlns:a16="http://schemas.microsoft.com/office/drawing/2014/main" id="{6E4E0C72-1851-2522-61CA-032695EB6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4"/>
            <a:stretch/>
          </p:blipFill>
          <p:spPr>
            <a:xfrm>
              <a:off x="467251" y="6746387"/>
              <a:ext cx="828000" cy="526004"/>
            </a:xfrm>
            <a:prstGeom prst="rect">
              <a:avLst/>
            </a:prstGeom>
          </p:spPr>
        </p:pic>
        <p:pic>
          <p:nvPicPr>
            <p:cNvPr id="751" name="Picture 750">
              <a:extLst>
                <a:ext uri="{FF2B5EF4-FFF2-40B4-BE49-F238E27FC236}">
                  <a16:creationId xmlns:a16="http://schemas.microsoft.com/office/drawing/2014/main" id="{00EBDE30-19EC-F547-68E5-D0827DAA3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1" r="-1"/>
            <a:stretch/>
          </p:blipFill>
          <p:spPr>
            <a:xfrm>
              <a:off x="2178424" y="6746387"/>
              <a:ext cx="828000" cy="526697"/>
            </a:xfrm>
            <a:prstGeom prst="rect">
              <a:avLst/>
            </a:prstGeom>
          </p:spPr>
        </p:pic>
        <p:pic>
          <p:nvPicPr>
            <p:cNvPr id="752" name="Picture 751">
              <a:extLst>
                <a:ext uri="{FF2B5EF4-FFF2-40B4-BE49-F238E27FC236}">
                  <a16:creationId xmlns:a16="http://schemas.microsoft.com/office/drawing/2014/main" id="{15E2A5F1-92D8-C27C-AF7C-447DE528D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04" r="-1"/>
            <a:stretch/>
          </p:blipFill>
          <p:spPr>
            <a:xfrm>
              <a:off x="3438569" y="7828769"/>
              <a:ext cx="828000" cy="527480"/>
            </a:xfrm>
            <a:prstGeom prst="rect">
              <a:avLst/>
            </a:prstGeom>
          </p:spPr>
        </p:pic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EEDBCD5F-7973-9D88-1F3D-346760E66252}"/>
                </a:ext>
              </a:extLst>
            </p:cNvPr>
            <p:cNvSpPr/>
            <p:nvPr/>
          </p:nvSpPr>
          <p:spPr>
            <a:xfrm>
              <a:off x="3795201" y="7934689"/>
              <a:ext cx="108432" cy="1123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CE7852B4-A296-1B61-16D6-612BA80311AC}"/>
                </a:ext>
              </a:extLst>
            </p:cNvPr>
            <p:cNvCxnSpPr>
              <a:cxnSpLocks/>
            </p:cNvCxnSpPr>
            <p:nvPr/>
          </p:nvCxnSpPr>
          <p:spPr>
            <a:xfrm>
              <a:off x="3852569" y="8351473"/>
              <a:ext cx="0" cy="17990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5" name="CasellaDiTesto 239">
              <a:extLst>
                <a:ext uri="{FF2B5EF4-FFF2-40B4-BE49-F238E27FC236}">
                  <a16:creationId xmlns:a16="http://schemas.microsoft.com/office/drawing/2014/main" id="{EB5718F6-9675-94F7-71D6-4DC5E071B297}"/>
                </a:ext>
              </a:extLst>
            </p:cNvPr>
            <p:cNvSpPr txBox="1"/>
            <p:nvPr/>
          </p:nvSpPr>
          <p:spPr>
            <a:xfrm>
              <a:off x="3680527" y="7819063"/>
              <a:ext cx="344084" cy="21544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sz="800" b="1" dirty="0">
                  <a:ea typeface="Calibri" panose="020F0502020204030204" pitchFamily="34" charset="0"/>
                  <a:cs typeface="Calibri" panose="020F0502020204030204" pitchFamily="34" charset="0"/>
                </a:rPr>
                <a:t>B</a:t>
              </a:r>
              <a:endParaRPr lang="en-GB" sz="800" dirty="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56" name="Straight Connector 755">
              <a:extLst>
                <a:ext uri="{FF2B5EF4-FFF2-40B4-BE49-F238E27FC236}">
                  <a16:creationId xmlns:a16="http://schemas.microsoft.com/office/drawing/2014/main" id="{CB954BAD-EA41-4420-8935-C6F7403200EC}"/>
                </a:ext>
              </a:extLst>
            </p:cNvPr>
            <p:cNvCxnSpPr>
              <a:cxnSpLocks/>
            </p:cNvCxnSpPr>
            <p:nvPr/>
          </p:nvCxnSpPr>
          <p:spPr>
            <a:xfrm>
              <a:off x="1728353" y="6146795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BF20D850-85A8-0FFF-71D5-8CFA254613DE}"/>
                </a:ext>
              </a:extLst>
            </p:cNvPr>
            <p:cNvCxnSpPr>
              <a:cxnSpLocks/>
            </p:cNvCxnSpPr>
            <p:nvPr/>
          </p:nvCxnSpPr>
          <p:spPr>
            <a:xfrm>
              <a:off x="870333" y="6506795"/>
              <a:ext cx="17160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757">
              <a:extLst>
                <a:ext uri="{FF2B5EF4-FFF2-40B4-BE49-F238E27FC236}">
                  <a16:creationId xmlns:a16="http://schemas.microsoft.com/office/drawing/2014/main" id="{49D0DD71-A5B7-260C-84B7-F30C630190BC}"/>
                </a:ext>
              </a:extLst>
            </p:cNvPr>
            <p:cNvCxnSpPr>
              <a:cxnSpLocks/>
            </p:cNvCxnSpPr>
            <p:nvPr/>
          </p:nvCxnSpPr>
          <p:spPr>
            <a:xfrm>
              <a:off x="870333" y="6506795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9" name="TextBox 758">
              <a:extLst>
                <a:ext uri="{FF2B5EF4-FFF2-40B4-BE49-F238E27FC236}">
                  <a16:creationId xmlns:a16="http://schemas.microsoft.com/office/drawing/2014/main" id="{52502F8E-E710-4C25-02C4-72148C6ED40A}"/>
                </a:ext>
              </a:extLst>
            </p:cNvPr>
            <p:cNvSpPr txBox="1"/>
            <p:nvPr/>
          </p:nvSpPr>
          <p:spPr>
            <a:xfrm>
              <a:off x="362220" y="6170738"/>
              <a:ext cx="9994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2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Low rainfall totals</a:t>
              </a:r>
            </a:p>
          </p:txBody>
        </p:sp>
        <p:sp>
          <p:nvSpPr>
            <p:cNvPr id="760" name="TextBox 759">
              <a:extLst>
                <a:ext uri="{FF2B5EF4-FFF2-40B4-BE49-F238E27FC236}">
                  <a16:creationId xmlns:a16="http://schemas.microsoft.com/office/drawing/2014/main" id="{C33C4C78-63E5-0BC9-876F-FF417AD8C614}"/>
                </a:ext>
              </a:extLst>
            </p:cNvPr>
            <p:cNvSpPr txBox="1"/>
            <p:nvPr/>
          </p:nvSpPr>
          <p:spPr>
            <a:xfrm>
              <a:off x="2088770" y="6170738"/>
              <a:ext cx="9994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2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High rainfall totals</a:t>
              </a:r>
            </a:p>
          </p:txBody>
        </p:sp>
        <p:cxnSp>
          <p:nvCxnSpPr>
            <p:cNvPr id="761" name="Straight Connector 760">
              <a:extLst>
                <a:ext uri="{FF2B5EF4-FFF2-40B4-BE49-F238E27FC236}">
                  <a16:creationId xmlns:a16="http://schemas.microsoft.com/office/drawing/2014/main" id="{F319AAAF-8351-E3C1-F8D3-1433DAE2B76C}"/>
                </a:ext>
              </a:extLst>
            </p:cNvPr>
            <p:cNvCxnSpPr>
              <a:cxnSpLocks/>
            </p:cNvCxnSpPr>
            <p:nvPr/>
          </p:nvCxnSpPr>
          <p:spPr>
            <a:xfrm>
              <a:off x="2586374" y="6506795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761">
              <a:extLst>
                <a:ext uri="{FF2B5EF4-FFF2-40B4-BE49-F238E27FC236}">
                  <a16:creationId xmlns:a16="http://schemas.microsoft.com/office/drawing/2014/main" id="{FB1F56BB-B4CD-912A-C1F7-134FF7631A3D}"/>
                </a:ext>
              </a:extLst>
            </p:cNvPr>
            <p:cNvCxnSpPr>
              <a:cxnSpLocks/>
            </p:cNvCxnSpPr>
            <p:nvPr/>
          </p:nvCxnSpPr>
          <p:spPr>
            <a:xfrm>
              <a:off x="5139473" y="6146795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762">
              <a:extLst>
                <a:ext uri="{FF2B5EF4-FFF2-40B4-BE49-F238E27FC236}">
                  <a16:creationId xmlns:a16="http://schemas.microsoft.com/office/drawing/2014/main" id="{7206C148-F7C7-060D-7919-2AEBD49C910D}"/>
                </a:ext>
              </a:extLst>
            </p:cNvPr>
            <p:cNvCxnSpPr>
              <a:cxnSpLocks/>
            </p:cNvCxnSpPr>
            <p:nvPr/>
          </p:nvCxnSpPr>
          <p:spPr>
            <a:xfrm>
              <a:off x="4281453" y="6506795"/>
              <a:ext cx="17160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F4747D82-3E82-CCA4-6DB2-A4747DF04883}"/>
                </a:ext>
              </a:extLst>
            </p:cNvPr>
            <p:cNvCxnSpPr>
              <a:cxnSpLocks/>
            </p:cNvCxnSpPr>
            <p:nvPr/>
          </p:nvCxnSpPr>
          <p:spPr>
            <a:xfrm>
              <a:off x="4281453" y="6506795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5" name="TextBox 764">
              <a:extLst>
                <a:ext uri="{FF2B5EF4-FFF2-40B4-BE49-F238E27FC236}">
                  <a16:creationId xmlns:a16="http://schemas.microsoft.com/office/drawing/2014/main" id="{3DBADC30-B540-3DD7-0674-8BBA39DD14F8}"/>
                </a:ext>
              </a:extLst>
            </p:cNvPr>
            <p:cNvSpPr txBox="1"/>
            <p:nvPr/>
          </p:nvSpPr>
          <p:spPr>
            <a:xfrm>
              <a:off x="3782865" y="6170738"/>
              <a:ext cx="9994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2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Low rainfall totals</a:t>
              </a:r>
            </a:p>
          </p:txBody>
        </p:sp>
        <p:sp>
          <p:nvSpPr>
            <p:cNvPr id="766" name="TextBox 765">
              <a:extLst>
                <a:ext uri="{FF2B5EF4-FFF2-40B4-BE49-F238E27FC236}">
                  <a16:creationId xmlns:a16="http://schemas.microsoft.com/office/drawing/2014/main" id="{7468BF2C-8EB4-2012-8236-3CACE99B2949}"/>
                </a:ext>
              </a:extLst>
            </p:cNvPr>
            <p:cNvSpPr txBox="1"/>
            <p:nvPr/>
          </p:nvSpPr>
          <p:spPr>
            <a:xfrm>
              <a:off x="5499890" y="6170738"/>
              <a:ext cx="9994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accent2">
                      <a:lumMod val="7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High rainfall totals</a:t>
              </a:r>
            </a:p>
          </p:txBody>
        </p:sp>
        <p:cxnSp>
          <p:nvCxnSpPr>
            <p:cNvPr id="767" name="Straight Connector 766">
              <a:extLst>
                <a:ext uri="{FF2B5EF4-FFF2-40B4-BE49-F238E27FC236}">
                  <a16:creationId xmlns:a16="http://schemas.microsoft.com/office/drawing/2014/main" id="{5344860B-FE3C-A9FF-D204-B7AC73D396F4}"/>
                </a:ext>
              </a:extLst>
            </p:cNvPr>
            <p:cNvCxnSpPr>
              <a:cxnSpLocks/>
            </p:cNvCxnSpPr>
            <p:nvPr/>
          </p:nvCxnSpPr>
          <p:spPr>
            <a:xfrm>
              <a:off x="5997494" y="6506795"/>
              <a:ext cx="0" cy="1799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68" name="Picture 767">
              <a:extLst>
                <a:ext uri="{FF2B5EF4-FFF2-40B4-BE49-F238E27FC236}">
                  <a16:creationId xmlns:a16="http://schemas.microsoft.com/office/drawing/2014/main" id="{2B87C3EC-BA5C-1A0D-49F3-B4E3A03BF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7"/>
            <a:stretch/>
          </p:blipFill>
          <p:spPr>
            <a:xfrm>
              <a:off x="3876678" y="6746387"/>
              <a:ext cx="796486" cy="519331"/>
            </a:xfrm>
            <a:prstGeom prst="rect">
              <a:avLst/>
            </a:prstGeom>
          </p:spPr>
        </p:pic>
        <p:pic>
          <p:nvPicPr>
            <p:cNvPr id="769" name="Picture 768">
              <a:extLst>
                <a:ext uri="{FF2B5EF4-FFF2-40B4-BE49-F238E27FC236}">
                  <a16:creationId xmlns:a16="http://schemas.microsoft.com/office/drawing/2014/main" id="{E1B4A241-A211-E9BF-84AC-E2E9D0A49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6" r="1"/>
            <a:stretch/>
          </p:blipFill>
          <p:spPr>
            <a:xfrm>
              <a:off x="5580451" y="6746387"/>
              <a:ext cx="796486" cy="519331"/>
            </a:xfrm>
            <a:prstGeom prst="rect">
              <a:avLst/>
            </a:prstGeom>
          </p:spPr>
        </p:pic>
        <p:sp>
          <p:nvSpPr>
            <p:cNvPr id="770" name="Ovale 14">
              <a:extLst>
                <a:ext uri="{FF2B5EF4-FFF2-40B4-BE49-F238E27FC236}">
                  <a16:creationId xmlns:a16="http://schemas.microsoft.com/office/drawing/2014/main" id="{5865E292-29BB-1D14-DDEF-016538997A04}"/>
                </a:ext>
              </a:extLst>
            </p:cNvPr>
            <p:cNvSpPr/>
            <p:nvPr/>
          </p:nvSpPr>
          <p:spPr>
            <a:xfrm>
              <a:off x="834333" y="6679852"/>
              <a:ext cx="72000" cy="72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1" name="Ovale 14">
              <a:extLst>
                <a:ext uri="{FF2B5EF4-FFF2-40B4-BE49-F238E27FC236}">
                  <a16:creationId xmlns:a16="http://schemas.microsoft.com/office/drawing/2014/main" id="{8727D19A-EA75-399E-DE65-CC9F9FF01DF2}"/>
                </a:ext>
              </a:extLst>
            </p:cNvPr>
            <p:cNvSpPr/>
            <p:nvPr/>
          </p:nvSpPr>
          <p:spPr>
            <a:xfrm>
              <a:off x="2550374" y="6679852"/>
              <a:ext cx="72000" cy="72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2" name="Ovale 14">
              <a:extLst>
                <a:ext uri="{FF2B5EF4-FFF2-40B4-BE49-F238E27FC236}">
                  <a16:creationId xmlns:a16="http://schemas.microsoft.com/office/drawing/2014/main" id="{644C8DDC-DDE3-AED9-0BB5-1ADF3EB3EAC1}"/>
                </a:ext>
              </a:extLst>
            </p:cNvPr>
            <p:cNvSpPr/>
            <p:nvPr/>
          </p:nvSpPr>
          <p:spPr>
            <a:xfrm>
              <a:off x="4245453" y="6679852"/>
              <a:ext cx="72000" cy="72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3" name="Ovale 14">
              <a:extLst>
                <a:ext uri="{FF2B5EF4-FFF2-40B4-BE49-F238E27FC236}">
                  <a16:creationId xmlns:a16="http://schemas.microsoft.com/office/drawing/2014/main" id="{2DC86392-9166-EA64-A264-0613EDB5E27D}"/>
                </a:ext>
              </a:extLst>
            </p:cNvPr>
            <p:cNvSpPr/>
            <p:nvPr/>
          </p:nvSpPr>
          <p:spPr>
            <a:xfrm>
              <a:off x="5961494" y="6679852"/>
              <a:ext cx="72000" cy="72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74" name="Picture 773">
              <a:extLst>
                <a:ext uri="{FF2B5EF4-FFF2-40B4-BE49-F238E27FC236}">
                  <a16:creationId xmlns:a16="http://schemas.microsoft.com/office/drawing/2014/main" id="{3F7EF8FF-BC74-E1B1-CD74-9D8809297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5" r="-1"/>
            <a:stretch/>
          </p:blipFill>
          <p:spPr>
            <a:xfrm>
              <a:off x="3009900" y="4153076"/>
              <a:ext cx="863415" cy="547028"/>
            </a:xfrm>
            <a:prstGeom prst="rect">
              <a:avLst/>
            </a:prstGeom>
          </p:spPr>
        </p:pic>
        <p:cxnSp>
          <p:nvCxnSpPr>
            <p:cNvPr id="775" name="Straight Connector 774">
              <a:extLst>
                <a:ext uri="{FF2B5EF4-FFF2-40B4-BE49-F238E27FC236}">
                  <a16:creationId xmlns:a16="http://schemas.microsoft.com/office/drawing/2014/main" id="{E6B6C728-0B8C-F240-FDEC-2914054BE9D1}"/>
                </a:ext>
              </a:extLst>
            </p:cNvPr>
            <p:cNvCxnSpPr>
              <a:cxnSpLocks/>
            </p:cNvCxnSpPr>
            <p:nvPr/>
          </p:nvCxnSpPr>
          <p:spPr>
            <a:xfrm>
              <a:off x="3297663" y="4608710"/>
              <a:ext cx="0" cy="94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2FC6D730-C59D-F00C-BB1A-5C3CEC0CDB38}"/>
                </a:ext>
              </a:extLst>
            </p:cNvPr>
            <p:cNvSpPr/>
            <p:nvPr/>
          </p:nvSpPr>
          <p:spPr>
            <a:xfrm>
              <a:off x="3220650" y="4583046"/>
              <a:ext cx="45719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77" name="Straight Connector 776">
              <a:extLst>
                <a:ext uri="{FF2B5EF4-FFF2-40B4-BE49-F238E27FC236}">
                  <a16:creationId xmlns:a16="http://schemas.microsoft.com/office/drawing/2014/main" id="{E7DF10B6-536A-FF38-E851-868D11B145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4463" y="4611091"/>
              <a:ext cx="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777">
              <a:extLst>
                <a:ext uri="{FF2B5EF4-FFF2-40B4-BE49-F238E27FC236}">
                  <a16:creationId xmlns:a16="http://schemas.microsoft.com/office/drawing/2014/main" id="{5B7F8109-B127-E3BE-A6CB-EB42B096371B}"/>
                </a:ext>
              </a:extLst>
            </p:cNvPr>
            <p:cNvCxnSpPr>
              <a:cxnSpLocks/>
            </p:cNvCxnSpPr>
            <p:nvPr/>
          </p:nvCxnSpPr>
          <p:spPr>
            <a:xfrm>
              <a:off x="3256006" y="4608710"/>
              <a:ext cx="0" cy="94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C14D726A-EE6D-219B-03A1-696504FA16E8}"/>
                </a:ext>
              </a:extLst>
            </p:cNvPr>
            <p:cNvSpPr/>
            <p:nvPr/>
          </p:nvSpPr>
          <p:spPr>
            <a:xfrm>
              <a:off x="1307156" y="5631950"/>
              <a:ext cx="828000" cy="51782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E1A55C33-BB0C-737D-30EF-A977155E1647}"/>
                </a:ext>
              </a:extLst>
            </p:cNvPr>
            <p:cNvSpPr/>
            <p:nvPr/>
          </p:nvSpPr>
          <p:spPr>
            <a:xfrm>
              <a:off x="4729518" y="5636288"/>
              <a:ext cx="828000" cy="509735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37FDC4F0-E1B5-8D67-E731-19B2C620753F}"/>
                </a:ext>
              </a:extLst>
            </p:cNvPr>
            <p:cNvSpPr/>
            <p:nvPr/>
          </p:nvSpPr>
          <p:spPr>
            <a:xfrm>
              <a:off x="467251" y="6754567"/>
              <a:ext cx="828000" cy="509758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EBB2C3BF-B1CA-A006-7BE4-A30678D35AC9}"/>
                </a:ext>
              </a:extLst>
            </p:cNvPr>
            <p:cNvSpPr/>
            <p:nvPr/>
          </p:nvSpPr>
          <p:spPr>
            <a:xfrm>
              <a:off x="2178424" y="6755260"/>
              <a:ext cx="828000" cy="509065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45EBFC29-5FAB-4582-E01C-2FA412197D47}"/>
                </a:ext>
              </a:extLst>
            </p:cNvPr>
            <p:cNvSpPr/>
            <p:nvPr/>
          </p:nvSpPr>
          <p:spPr>
            <a:xfrm>
              <a:off x="3880956" y="6747894"/>
              <a:ext cx="792208" cy="508493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B2E450C5-E681-81C7-B416-1E139C275CA3}"/>
                </a:ext>
              </a:extLst>
            </p:cNvPr>
            <p:cNvSpPr/>
            <p:nvPr/>
          </p:nvSpPr>
          <p:spPr>
            <a:xfrm>
              <a:off x="5580451" y="6747894"/>
              <a:ext cx="796486" cy="508493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4B053C86-F3B5-103F-8A82-3C2C77C6B4D0}"/>
                </a:ext>
              </a:extLst>
            </p:cNvPr>
            <p:cNvSpPr/>
            <p:nvPr/>
          </p:nvSpPr>
          <p:spPr>
            <a:xfrm>
              <a:off x="37821" y="7838303"/>
              <a:ext cx="828000" cy="508290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88803656-7052-2905-6B8F-7CA17B9E37D1}"/>
                </a:ext>
              </a:extLst>
            </p:cNvPr>
            <p:cNvSpPr/>
            <p:nvPr/>
          </p:nvSpPr>
          <p:spPr>
            <a:xfrm>
              <a:off x="888008" y="7836463"/>
              <a:ext cx="828000" cy="508290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FE211B39-B81D-77E9-5ED6-73498DFC9CA4}"/>
                </a:ext>
              </a:extLst>
            </p:cNvPr>
            <p:cNvSpPr/>
            <p:nvPr/>
          </p:nvSpPr>
          <p:spPr>
            <a:xfrm>
              <a:off x="1738195" y="7836463"/>
              <a:ext cx="828000" cy="514876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20F27438-3CF1-9E16-6A24-36B600AA59B5}"/>
                </a:ext>
              </a:extLst>
            </p:cNvPr>
            <p:cNvSpPr/>
            <p:nvPr/>
          </p:nvSpPr>
          <p:spPr>
            <a:xfrm>
              <a:off x="2588382" y="7836463"/>
              <a:ext cx="828000" cy="514876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69E5421E-7F20-68C8-3C3B-5684A8FA8020}"/>
                </a:ext>
              </a:extLst>
            </p:cNvPr>
            <p:cNvSpPr/>
            <p:nvPr/>
          </p:nvSpPr>
          <p:spPr>
            <a:xfrm>
              <a:off x="3438569" y="7838425"/>
              <a:ext cx="828000" cy="51291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2A11E42A-6AC3-E95A-184A-18121E822BF8}"/>
                </a:ext>
              </a:extLst>
            </p:cNvPr>
            <p:cNvSpPr/>
            <p:nvPr/>
          </p:nvSpPr>
          <p:spPr>
            <a:xfrm>
              <a:off x="4288756" y="7836581"/>
              <a:ext cx="828000" cy="51291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A1D33595-7FEF-53A2-512A-61146AC250C5}"/>
                </a:ext>
              </a:extLst>
            </p:cNvPr>
            <p:cNvSpPr/>
            <p:nvPr/>
          </p:nvSpPr>
          <p:spPr>
            <a:xfrm>
              <a:off x="5138943" y="7836581"/>
              <a:ext cx="828000" cy="51291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3BBE43AC-440B-6B8D-0411-E79039DF74C0}"/>
                </a:ext>
              </a:extLst>
            </p:cNvPr>
            <p:cNvSpPr/>
            <p:nvPr/>
          </p:nvSpPr>
          <p:spPr>
            <a:xfrm>
              <a:off x="5989133" y="7836580"/>
              <a:ext cx="828000" cy="51291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045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384</Words>
  <Application>Microsoft Office PowerPoint</Application>
  <PresentationFormat>Custom</PresentationFormat>
  <Paragraphs>89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2024-10-15T09:22:40Z</dcterms:created>
  <dcterms:modified xsi:type="dcterms:W3CDTF">2026-02-03T16:28:18Z</dcterms:modified>
</cp:coreProperties>
</file>